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63" r:id="rId1"/>
  </p:sldMasterIdLst>
  <p:notesMasterIdLst>
    <p:notesMasterId r:id="rId6"/>
  </p:notesMasterIdLst>
  <p:handoutMasterIdLst>
    <p:handoutMasterId r:id="rId7"/>
  </p:handoutMasterIdLst>
  <p:sldIdLst>
    <p:sldId id="261" r:id="rId2"/>
    <p:sldId id="258" r:id="rId3"/>
    <p:sldId id="260" r:id="rId4"/>
    <p:sldId id="259" r:id="rId5"/>
  </p:sldIdLst>
  <p:sldSz cx="18288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6F4A"/>
    <a:srgbClr val="FF8E73"/>
    <a:srgbClr val="FF8F79"/>
    <a:srgbClr val="AA5534"/>
    <a:srgbClr val="FF5121"/>
    <a:srgbClr val="F15026"/>
    <a:srgbClr val="FCDCD3"/>
    <a:srgbClr val="FFCCC5"/>
    <a:srgbClr val="F794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987" autoAdjust="0"/>
    <p:restoredTop sz="96247" autoAdjust="0"/>
  </p:normalViewPr>
  <p:slideViewPr>
    <p:cSldViewPr snapToGrid="0">
      <p:cViewPr varScale="1">
        <p:scale>
          <a:sx n="54" d="100"/>
          <a:sy n="54" d="100"/>
        </p:scale>
        <p:origin x="2568" y="12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4" d="100"/>
          <a:sy n="84" d="100"/>
        </p:scale>
        <p:origin x="297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0E9692-E0D5-4E47-A192-D26E839134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376CCD5-54A6-4081-B845-114392DCE4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808CBD-F368-4974-B9B8-E003ED11E004}" type="datetimeFigureOut">
              <a:rPr lang="en-US" smtClean="0"/>
              <a:t>2/21/2026</a:t>
            </a:fld>
            <a:endParaRPr lang="en-US"/>
          </a:p>
        </p:txBody>
      </p:sp>
      <p:sp>
        <p:nvSpPr>
          <p:cNvPr id="4" name="Footer Placeholder 3">
            <a:extLst>
              <a:ext uri="{FF2B5EF4-FFF2-40B4-BE49-F238E27FC236}">
                <a16:creationId xmlns:a16="http://schemas.microsoft.com/office/drawing/2014/main" id="{1F444809-E227-4485-AD1B-D7087C5F01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514B40-54E6-44D5-83CE-B1AF4AD7F9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310D46-5C8F-4D5A-8DF1-9B040F48511D}" type="slidenum">
              <a:rPr lang="en-US" smtClean="0"/>
              <a:t>‹#›</a:t>
            </a:fld>
            <a:endParaRPr lang="en-US"/>
          </a:p>
        </p:txBody>
      </p:sp>
    </p:spTree>
    <p:extLst>
      <p:ext uri="{BB962C8B-B14F-4D97-AF65-F5344CB8AC3E}">
        <p14:creationId xmlns:p14="http://schemas.microsoft.com/office/powerpoint/2010/main" val="4030908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1143000" y="685800"/>
            <a:ext cx="4572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4.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A38E05-E65B-4954-9D7A-D558800018E4}"/>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112"/>
          <a:stretch/>
        </p:blipFill>
        <p:spPr>
          <a:xfrm>
            <a:off x="7734300" y="0"/>
            <a:ext cx="10287000" cy="13563600"/>
          </a:xfrm>
          <a:prstGeom prst="rect">
            <a:avLst/>
          </a:prstGeom>
        </p:spPr>
      </p:pic>
      <p:pic>
        <p:nvPicPr>
          <p:cNvPr id="8" name="Picture 7">
            <a:extLst>
              <a:ext uri="{FF2B5EF4-FFF2-40B4-BE49-F238E27FC236}">
                <a16:creationId xmlns:a16="http://schemas.microsoft.com/office/drawing/2014/main" id="{F0C99FC2-BA85-4D5B-88D6-AB8DA3BF0E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01000" y="-51759"/>
            <a:ext cx="10287000" cy="13716000"/>
          </a:xfrm>
          <a:prstGeom prst="rect">
            <a:avLst/>
          </a:prstGeom>
        </p:spPr>
      </p:pic>
      <p:sp>
        <p:nvSpPr>
          <p:cNvPr id="6" name="Oval 5">
            <a:extLst>
              <a:ext uri="{FF2B5EF4-FFF2-40B4-BE49-F238E27FC236}">
                <a16:creationId xmlns:a16="http://schemas.microsoft.com/office/drawing/2014/main" id="{32C52BDE-A186-45EB-A8F9-B66FA120F15B}"/>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Image" descr="Image">
            <a:extLst>
              <a:ext uri="{FF2B5EF4-FFF2-40B4-BE49-F238E27FC236}">
                <a16:creationId xmlns:a16="http://schemas.microsoft.com/office/drawing/2014/main" id="{BE4C8DAF-E92E-4E23-B84C-8FFE7C70A7B9}"/>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240078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C99FC2-BA85-4D5B-88D6-AB8DA3BF0E9F}"/>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8001000" y="0"/>
            <a:ext cx="10287000"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EA5FA800-0A96-4235-88B5-F0EADB4C3219}"/>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880973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F7BB92-109C-4C39-96F2-879E633BAF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7367" y="-69012"/>
            <a:ext cx="19478445" cy="1373556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Image" descr="Image">
            <a:extLst>
              <a:ext uri="{FF2B5EF4-FFF2-40B4-BE49-F238E27FC236}">
                <a16:creationId xmlns:a16="http://schemas.microsoft.com/office/drawing/2014/main" id="{192C60A9-B1F9-4883-AA47-CDFE162C82F9}"/>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2283096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9_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143047-D2AF-45A8-9247-1C39D962B5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9014" b="2067"/>
          <a:stretch/>
        </p:blipFill>
        <p:spPr>
          <a:xfrm>
            <a:off x="114130" y="-78109"/>
            <a:ext cx="18173870" cy="13794110"/>
          </a:xfrm>
          <a:prstGeom prst="rect">
            <a:avLst/>
          </a:prstGeom>
        </p:spPr>
      </p:pic>
      <p:sp>
        <p:nvSpPr>
          <p:cNvPr id="5" name="Oval 4">
            <a:extLst>
              <a:ext uri="{FF2B5EF4-FFF2-40B4-BE49-F238E27FC236}">
                <a16:creationId xmlns:a16="http://schemas.microsoft.com/office/drawing/2014/main" id="{FFD647ED-B22C-4FA6-86FA-6C5EED64B68F}"/>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93C5CD56-8FA3-4994-A59E-2CA5D6D247D1}"/>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238471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0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82B6DA-C8D8-4CCC-9F71-7535AA4A9A2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8927" b="2067"/>
          <a:stretch/>
        </p:blipFill>
        <p:spPr>
          <a:xfrm>
            <a:off x="96877" y="-78109"/>
            <a:ext cx="18191123" cy="1379411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Image" descr="Image">
            <a:extLst>
              <a:ext uri="{FF2B5EF4-FFF2-40B4-BE49-F238E27FC236}">
                <a16:creationId xmlns:a16="http://schemas.microsoft.com/office/drawing/2014/main" id="{D8081E8C-958F-46EB-ABF1-F11F63CBBFC3}"/>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2637283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3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2A5D21-8BC8-4686-B694-14BE0EA952B6}"/>
              </a:ext>
            </a:extLst>
          </p:cNvPr>
          <p:cNvPicPr>
            <a:picLocks noChangeAspect="1"/>
          </p:cNvPicPr>
          <p:nvPr userDrawn="1"/>
        </p:nvPicPr>
        <p:blipFill rotWithShape="1">
          <a:blip r:embed="rId2">
            <a:clrChange>
              <a:clrFrom>
                <a:srgbClr val="000000">
                  <a:alpha val="0"/>
                </a:srgbClr>
              </a:clrFrom>
              <a:clrTo>
                <a:srgbClr val="000000">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6000"/>
                    </a14:imgEffect>
                  </a14:imgLayer>
                </a14:imgProps>
              </a:ext>
              <a:ext uri="{28A0092B-C50C-407E-A947-70E740481C1C}">
                <a14:useLocalDpi xmlns:a14="http://schemas.microsoft.com/office/drawing/2010/main" val="0"/>
              </a:ext>
            </a:extLst>
          </a:blip>
          <a:srcRect t="2044" r="7551" b="1597"/>
          <a:stretch/>
        </p:blipFill>
        <p:spPr>
          <a:xfrm>
            <a:off x="-178172" y="-78109"/>
            <a:ext cx="18466172" cy="13794109"/>
          </a:xfrm>
          <a:prstGeom prst="rect">
            <a:avLst/>
          </a:prstGeom>
          <a:noFill/>
        </p:spPr>
      </p:pic>
      <p:pic>
        <p:nvPicPr>
          <p:cNvPr id="4" name="Picture 3">
            <a:extLst>
              <a:ext uri="{FF2B5EF4-FFF2-40B4-BE49-F238E27FC236}">
                <a16:creationId xmlns:a16="http://schemas.microsoft.com/office/drawing/2014/main" id="{2482B6DA-C8D8-4CCC-9F71-7535AA4A9A2E}"/>
              </a:ext>
            </a:extLst>
          </p:cNvPr>
          <p:cNvPicPr>
            <a:picLocks noChangeAspect="1"/>
          </p:cNvPicPr>
          <p:nvPr userDrawn="1"/>
        </p:nvPicPr>
        <p:blipFill rotWithShape="1">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8927" b="2067"/>
          <a:stretch/>
        </p:blipFill>
        <p:spPr>
          <a:xfrm>
            <a:off x="96877" y="-78109"/>
            <a:ext cx="18191123" cy="1379411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6" name="Image" descr="Image">
            <a:extLst>
              <a:ext uri="{FF2B5EF4-FFF2-40B4-BE49-F238E27FC236}">
                <a16:creationId xmlns:a16="http://schemas.microsoft.com/office/drawing/2014/main" id="{0E41FD3B-886C-42EF-88D2-7F89374D2106}"/>
              </a:ext>
            </a:extLst>
          </p:cNvPr>
          <p:cNvPicPr>
            <a:picLocks noChangeAspect="1"/>
          </p:cNvPicPr>
          <p:nvPr userDrawn="1"/>
        </p:nvPicPr>
        <p:blipFill>
          <a:blip r:embed="rId5"/>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46028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4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2A5D21-8BC8-4686-B694-14BE0EA952B6}"/>
              </a:ext>
            </a:extLst>
          </p:cNvPr>
          <p:cNvPicPr>
            <a:picLocks noChangeAspect="1"/>
          </p:cNvPicPr>
          <p:nvPr userDrawn="1"/>
        </p:nvPicPr>
        <p:blipFill rotWithShape="1">
          <a:blip r:embed="rId2">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6692" t="2044" r="6692" b="-2044"/>
          <a:stretch/>
        </p:blipFill>
        <p:spPr>
          <a:xfrm>
            <a:off x="-1514936" y="-78110"/>
            <a:ext cx="19974386" cy="14315343"/>
          </a:xfrm>
          <a:prstGeom prst="rect">
            <a:avLst/>
          </a:prstGeom>
          <a:noFill/>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3" name="Rectangle 2">
            <a:extLst>
              <a:ext uri="{FF2B5EF4-FFF2-40B4-BE49-F238E27FC236}">
                <a16:creationId xmlns:a16="http://schemas.microsoft.com/office/drawing/2014/main" id="{38E05D56-3015-45BE-AAA3-7567265FA220}"/>
              </a:ext>
            </a:extLst>
          </p:cNvPr>
          <p:cNvSpPr/>
          <p:nvPr userDrawn="1"/>
        </p:nvSpPr>
        <p:spPr>
          <a:xfrm>
            <a:off x="0" y="0"/>
            <a:ext cx="18459450" cy="13716000"/>
          </a:xfrm>
          <a:prstGeom prst="rect">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482B6DA-C8D8-4CCC-9F71-7535AA4A9A2E}"/>
              </a:ext>
            </a:extLst>
          </p:cNvPr>
          <p:cNvPicPr>
            <a:picLocks noChangeAspect="1"/>
          </p:cNvPicPr>
          <p:nvPr userDrawn="1"/>
        </p:nvPicPr>
        <p:blipFill rotWithShape="1">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8927"/>
          <a:stretch/>
        </p:blipFill>
        <p:spPr>
          <a:xfrm>
            <a:off x="96877" y="-78110"/>
            <a:ext cx="18191123" cy="14085281"/>
          </a:xfrm>
          <a:prstGeom prst="rect">
            <a:avLst/>
          </a:prstGeom>
        </p:spPr>
      </p:pic>
      <p:pic>
        <p:nvPicPr>
          <p:cNvPr id="6" name="Image" descr="Image">
            <a:extLst>
              <a:ext uri="{FF2B5EF4-FFF2-40B4-BE49-F238E27FC236}">
                <a16:creationId xmlns:a16="http://schemas.microsoft.com/office/drawing/2014/main" id="{2F4FB7EF-A0AA-418E-B872-82B2D5D473AE}"/>
              </a:ext>
            </a:extLst>
          </p:cNvPr>
          <p:cNvPicPr>
            <a:picLocks noChangeAspect="1"/>
          </p:cNvPicPr>
          <p:nvPr userDrawn="1"/>
        </p:nvPicPr>
        <p:blipFill>
          <a:blip r:embed="rId4"/>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387797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
    <p:spTree>
      <p:nvGrpSpPr>
        <p:cNvPr id="1" name=""/>
        <p:cNvGrpSpPr/>
        <p:nvPr/>
      </p:nvGrpSpPr>
      <p:grpSpPr>
        <a:xfrm>
          <a:off x="0" y="0"/>
          <a:ext cx="0" cy="0"/>
          <a:chOff x="0" y="0"/>
          <a:chExt cx="0" cy="0"/>
        </a:xfrm>
      </p:grpSpPr>
      <p:pic>
        <p:nvPicPr>
          <p:cNvPr id="8" name="Image" descr="Image">
            <a:extLst>
              <a:ext uri="{FF2B5EF4-FFF2-40B4-BE49-F238E27FC236}">
                <a16:creationId xmlns:a16="http://schemas.microsoft.com/office/drawing/2014/main" id="{57B55115-F3E4-49A4-8C28-6D8ECE818345}"/>
              </a:ext>
            </a:extLst>
          </p:cNvPr>
          <p:cNvPicPr>
            <a:picLocks noChangeAspect="1"/>
          </p:cNvPicPr>
          <p:nvPr userDrawn="1"/>
        </p:nvPicPr>
        <p:blipFill rotWithShape="1">
          <a:blip r:embed="rId2">
            <a:alphaModFix amt="53262"/>
            <a:duotone>
              <a:schemeClr val="accent1">
                <a:shade val="45000"/>
                <a:satMod val="135000"/>
              </a:schemeClr>
              <a:prstClr val="white"/>
            </a:duotone>
          </a:blip>
          <a:srcRect r="33358" b="26071"/>
          <a:stretch/>
        </p:blipFill>
        <p:spPr>
          <a:xfrm>
            <a:off x="6193388" y="-113280"/>
            <a:ext cx="12094612" cy="13829280"/>
          </a:xfrm>
          <a:prstGeom prst="rect">
            <a:avLst/>
          </a:prstGeom>
          <a:ln w="12700">
            <a:miter lim="400000"/>
          </a:ln>
        </p:spPr>
      </p:pic>
      <p:pic>
        <p:nvPicPr>
          <p:cNvPr id="10" name="Image" descr="Image">
            <a:extLst>
              <a:ext uri="{FF2B5EF4-FFF2-40B4-BE49-F238E27FC236}">
                <a16:creationId xmlns:a16="http://schemas.microsoft.com/office/drawing/2014/main" id="{D8DAA96A-7A98-4578-944D-8D3B5DD663D2}"/>
              </a:ext>
            </a:extLst>
          </p:cNvPr>
          <p:cNvPicPr>
            <a:picLocks noChangeAspect="1"/>
          </p:cNvPicPr>
          <p:nvPr userDrawn="1"/>
        </p:nvPicPr>
        <p:blipFill rotWithShape="1">
          <a:blip r:embed="rId2">
            <a:duotone>
              <a:schemeClr val="accent1">
                <a:shade val="45000"/>
                <a:satMod val="135000"/>
              </a:schemeClr>
              <a:prstClr val="white"/>
            </a:duotone>
          </a:blip>
          <a:srcRect r="36215" b="26071"/>
          <a:stretch/>
        </p:blipFill>
        <p:spPr>
          <a:xfrm>
            <a:off x="6711813" y="-113280"/>
            <a:ext cx="11576188" cy="13829280"/>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pic>
        <p:nvPicPr>
          <p:cNvPr id="5" name="Image" descr="Image">
            <a:extLst>
              <a:ext uri="{FF2B5EF4-FFF2-40B4-BE49-F238E27FC236}">
                <a16:creationId xmlns:a16="http://schemas.microsoft.com/office/drawing/2014/main" id="{86497BFA-A71F-436F-B572-97432D2DF78C}"/>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4147376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2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82B6DA-C8D8-4CCC-9F71-7535AA4A9A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55523" y="-78110"/>
            <a:ext cx="19974386" cy="1408528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56644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C99FC2-BA85-4D5B-88D6-AB8DA3BF0E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767" r="21948" b="30374"/>
          <a:stretch/>
        </p:blipFill>
        <p:spPr>
          <a:xfrm>
            <a:off x="9026009" y="0"/>
            <a:ext cx="9261991" cy="13716000"/>
          </a:xfrm>
          <a:prstGeom prst="rect">
            <a:avLst/>
          </a:prstGeom>
        </p:spPr>
      </p:pic>
      <p:sp>
        <p:nvSpPr>
          <p:cNvPr id="5" name="Oval 4">
            <a:extLst>
              <a:ext uri="{FF2B5EF4-FFF2-40B4-BE49-F238E27FC236}">
                <a16:creationId xmlns:a16="http://schemas.microsoft.com/office/drawing/2014/main" id="{193B2A13-BA28-4DF7-9FD9-1BD63CA27DA4}"/>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B90E6536-FB9B-4A9D-A078-D34CF38F80F7}"/>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412836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4FBE6D-36DE-42B6-B975-D75785310735}"/>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7530" r="20250" b="28611"/>
          <a:stretch/>
        </p:blipFill>
        <p:spPr>
          <a:xfrm>
            <a:off x="8824445" y="0"/>
            <a:ext cx="9463555" cy="13716000"/>
          </a:xfrm>
          <a:prstGeom prst="rect">
            <a:avLst/>
          </a:prstGeom>
        </p:spPr>
      </p:pic>
      <p:pic>
        <p:nvPicPr>
          <p:cNvPr id="8" name="Picture 7">
            <a:extLst>
              <a:ext uri="{FF2B5EF4-FFF2-40B4-BE49-F238E27FC236}">
                <a16:creationId xmlns:a16="http://schemas.microsoft.com/office/drawing/2014/main" id="{F0C99FC2-BA85-4D5B-88D6-AB8DA3BF0E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767" r="21948" b="30374"/>
          <a:stretch/>
        </p:blipFill>
        <p:spPr>
          <a:xfrm>
            <a:off x="9026009" y="0"/>
            <a:ext cx="9261991" cy="13716000"/>
          </a:xfrm>
          <a:prstGeom prst="rect">
            <a:avLst/>
          </a:prstGeom>
        </p:spPr>
      </p:pic>
      <p:sp>
        <p:nvSpPr>
          <p:cNvPr id="6" name="Oval 5">
            <a:extLst>
              <a:ext uri="{FF2B5EF4-FFF2-40B4-BE49-F238E27FC236}">
                <a16:creationId xmlns:a16="http://schemas.microsoft.com/office/drawing/2014/main" id="{C92CDB45-47FD-4E02-9A41-DC88D5B9460D}"/>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Image" descr="Image">
            <a:extLst>
              <a:ext uri="{FF2B5EF4-FFF2-40B4-BE49-F238E27FC236}">
                <a16:creationId xmlns:a16="http://schemas.microsoft.com/office/drawing/2014/main" id="{47234146-6B7E-4A84-88F2-49D9743B9F64}"/>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1154286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C99FC2-BA85-4D5B-88D6-AB8DA3BF0E9F}"/>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5767" r="21948" b="30374"/>
          <a:stretch/>
        </p:blipFill>
        <p:spPr>
          <a:xfrm>
            <a:off x="9026009" y="0"/>
            <a:ext cx="9261991"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107229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rotWithShape="1">
          <a:blip r:embed="rId2"/>
          <a:srcRect l="2269"/>
          <a:stretch/>
        </p:blipFill>
        <p:spPr>
          <a:xfrm>
            <a:off x="-1" y="6611765"/>
            <a:ext cx="7140107" cy="7104235"/>
          </a:xfrm>
          <a:prstGeom prst="rect">
            <a:avLst/>
          </a:prstGeom>
          <a:ln w="12700">
            <a:miter lim="400000"/>
          </a:ln>
        </p:spPr>
      </p:pic>
    </p:spTree>
    <p:extLst>
      <p:ext uri="{BB962C8B-B14F-4D97-AF65-F5344CB8AC3E}">
        <p14:creationId xmlns:p14="http://schemas.microsoft.com/office/powerpoint/2010/main" val="3321761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a">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07B0CB16-D492-4E14-A3A4-5AD6A53C1CA9}"/>
              </a:ext>
            </a:extLst>
          </p:cNvPr>
          <p:cNvPicPr>
            <a:picLocks noChangeAspect="1"/>
          </p:cNvPicPr>
          <p:nvPr userDrawn="1"/>
        </p:nvPicPr>
        <p:blipFill rotWithShape="1">
          <a:blip r:embed="rId2">
            <a:lum bright="70000" contrast="-70000"/>
          </a:blip>
          <a:srcRect l="3698"/>
          <a:stretch/>
        </p:blipFill>
        <p:spPr>
          <a:xfrm>
            <a:off x="-28464" y="5928851"/>
            <a:ext cx="7305874" cy="779085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rotWithShape="1">
          <a:blip r:embed="rId2"/>
          <a:srcRect l="2269"/>
          <a:stretch/>
        </p:blipFill>
        <p:spPr>
          <a:xfrm>
            <a:off x="-1" y="6611765"/>
            <a:ext cx="7140107" cy="7157533"/>
          </a:xfrm>
          <a:prstGeom prst="rect">
            <a:avLst/>
          </a:prstGeom>
          <a:ln w="12700">
            <a:miter lim="400000"/>
          </a:ln>
        </p:spPr>
      </p:pic>
    </p:spTree>
    <p:extLst>
      <p:ext uri="{BB962C8B-B14F-4D97-AF65-F5344CB8AC3E}">
        <p14:creationId xmlns:p14="http://schemas.microsoft.com/office/powerpoint/2010/main" val="385389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lum bright="70000" contrast="-70000"/>
          </a:blip>
          <a:stretch>
            <a:fillRect/>
          </a:stretch>
        </p:blipFill>
        <p:spPr>
          <a:xfrm>
            <a:off x="-165767" y="6582268"/>
            <a:ext cx="7305874" cy="7157533"/>
          </a:xfrm>
          <a:prstGeom prst="rect">
            <a:avLst/>
          </a:prstGeom>
          <a:ln w="12700">
            <a:miter lim="400000"/>
          </a:ln>
        </p:spPr>
      </p:pic>
    </p:spTree>
    <p:extLst>
      <p:ext uri="{BB962C8B-B14F-4D97-AF65-F5344CB8AC3E}">
        <p14:creationId xmlns:p14="http://schemas.microsoft.com/office/powerpoint/2010/main" val="2638084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1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61EA5C-A044-4A1F-BB6A-74E79915BD8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117" y="3162300"/>
            <a:ext cx="20220682" cy="1078705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575446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8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rotWithShape="1">
          <a:blip r:embed="rId2"/>
          <a:srcRect l="1565"/>
          <a:stretch/>
        </p:blipFill>
        <p:spPr>
          <a:xfrm flipH="1">
            <a:off x="11096426" y="6573665"/>
            <a:ext cx="7191574" cy="7157533"/>
          </a:xfrm>
          <a:prstGeom prst="rect">
            <a:avLst/>
          </a:prstGeom>
          <a:ln w="12700">
            <a:miter lim="400000"/>
          </a:ln>
        </p:spPr>
      </p:pic>
    </p:spTree>
    <p:extLst>
      <p:ext uri="{BB962C8B-B14F-4D97-AF65-F5344CB8AC3E}">
        <p14:creationId xmlns:p14="http://schemas.microsoft.com/office/powerpoint/2010/main" val="1988655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9_a">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07B0CB16-D492-4E14-A3A4-5AD6A53C1CA9}"/>
              </a:ext>
            </a:extLst>
          </p:cNvPr>
          <p:cNvPicPr>
            <a:picLocks noChangeAspect="1"/>
          </p:cNvPicPr>
          <p:nvPr userDrawn="1"/>
        </p:nvPicPr>
        <p:blipFill>
          <a:blip r:embed="rId2">
            <a:lum bright="70000" contrast="-70000"/>
          </a:blip>
          <a:stretch>
            <a:fillRect/>
          </a:stretch>
        </p:blipFill>
        <p:spPr>
          <a:xfrm flipH="1">
            <a:off x="10854266" y="5890751"/>
            <a:ext cx="7586444" cy="779085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H="1">
            <a:off x="10997533" y="6573665"/>
            <a:ext cx="7305874" cy="7157533"/>
          </a:xfrm>
          <a:prstGeom prst="rect">
            <a:avLst/>
          </a:prstGeom>
          <a:ln w="12700">
            <a:miter lim="400000"/>
          </a:ln>
        </p:spPr>
      </p:pic>
    </p:spTree>
    <p:extLst>
      <p:ext uri="{BB962C8B-B14F-4D97-AF65-F5344CB8AC3E}">
        <p14:creationId xmlns:p14="http://schemas.microsoft.com/office/powerpoint/2010/main" val="29676343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0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lum bright="70000" contrast="-70000"/>
          </a:blip>
          <a:stretch>
            <a:fillRect/>
          </a:stretch>
        </p:blipFill>
        <p:spPr>
          <a:xfrm flipH="1">
            <a:off x="11077376" y="6558467"/>
            <a:ext cx="7305874" cy="7157533"/>
          </a:xfrm>
          <a:prstGeom prst="rect">
            <a:avLst/>
          </a:prstGeom>
          <a:ln w="12700">
            <a:miter lim="400000"/>
          </a:ln>
        </p:spPr>
      </p:pic>
    </p:spTree>
    <p:extLst>
      <p:ext uri="{BB962C8B-B14F-4D97-AF65-F5344CB8AC3E}">
        <p14:creationId xmlns:p14="http://schemas.microsoft.com/office/powerpoint/2010/main" val="1733147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1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61EA5C-A044-4A1F-BB6A-74E79915BD8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a:off x="10506185" y="5957899"/>
            <a:ext cx="7781815" cy="775810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8866934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3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H="1" flipV="1">
            <a:off x="11096426" y="0"/>
            <a:ext cx="7305874" cy="7157533"/>
          </a:xfrm>
          <a:prstGeom prst="rect">
            <a:avLst/>
          </a:prstGeom>
          <a:ln w="12700">
            <a:miter lim="400000"/>
          </a:ln>
        </p:spPr>
      </p:pic>
    </p:spTree>
    <p:extLst>
      <p:ext uri="{BB962C8B-B14F-4D97-AF65-F5344CB8AC3E}">
        <p14:creationId xmlns:p14="http://schemas.microsoft.com/office/powerpoint/2010/main" val="1774558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4_a">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07B0CB16-D492-4E14-A3A4-5AD6A53C1CA9}"/>
              </a:ext>
            </a:extLst>
          </p:cNvPr>
          <p:cNvPicPr>
            <a:picLocks noChangeAspect="1"/>
          </p:cNvPicPr>
          <p:nvPr userDrawn="1"/>
        </p:nvPicPr>
        <p:blipFill>
          <a:blip r:embed="rId2">
            <a:lum bright="70000" contrast="-70000"/>
          </a:blip>
          <a:stretch>
            <a:fillRect/>
          </a:stretch>
        </p:blipFill>
        <p:spPr>
          <a:xfrm flipH="1" flipV="1">
            <a:off x="11054683" y="136236"/>
            <a:ext cx="7586444" cy="779085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H="1" flipV="1">
            <a:off x="11111833" y="0"/>
            <a:ext cx="7305874" cy="7157533"/>
          </a:xfrm>
          <a:prstGeom prst="rect">
            <a:avLst/>
          </a:prstGeom>
          <a:ln w="12700">
            <a:miter lim="400000"/>
          </a:ln>
        </p:spPr>
      </p:pic>
    </p:spTree>
    <p:extLst>
      <p:ext uri="{BB962C8B-B14F-4D97-AF65-F5344CB8AC3E}">
        <p14:creationId xmlns:p14="http://schemas.microsoft.com/office/powerpoint/2010/main" val="8277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5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lum bright="70000" contrast="-70000"/>
          </a:blip>
          <a:stretch>
            <a:fillRect/>
          </a:stretch>
        </p:blipFill>
        <p:spPr>
          <a:xfrm flipH="1" flipV="1">
            <a:off x="11077376" y="0"/>
            <a:ext cx="7305874" cy="7157533"/>
          </a:xfrm>
          <a:prstGeom prst="rect">
            <a:avLst/>
          </a:prstGeom>
          <a:ln w="12700">
            <a:miter lim="400000"/>
          </a:ln>
        </p:spPr>
      </p:pic>
    </p:spTree>
    <p:extLst>
      <p:ext uri="{BB962C8B-B14F-4D97-AF65-F5344CB8AC3E}">
        <p14:creationId xmlns:p14="http://schemas.microsoft.com/office/powerpoint/2010/main" val="18491229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8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6" name="Picture 5">
            <a:extLst>
              <a:ext uri="{FF2B5EF4-FFF2-40B4-BE49-F238E27FC236}">
                <a16:creationId xmlns:a16="http://schemas.microsoft.com/office/drawing/2014/main" id="{CB92667F-C651-40F9-A799-DD8B9CA002D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flipV="1">
            <a:off x="10506185" y="0"/>
            <a:ext cx="7781815" cy="7758101"/>
          </a:xfrm>
          <a:prstGeom prst="rect">
            <a:avLst/>
          </a:prstGeom>
        </p:spPr>
      </p:pic>
    </p:spTree>
    <p:extLst>
      <p:ext uri="{BB962C8B-B14F-4D97-AF65-F5344CB8AC3E}">
        <p14:creationId xmlns:p14="http://schemas.microsoft.com/office/powerpoint/2010/main" val="24684482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9_a">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V="1">
            <a:off x="-155277" y="0"/>
            <a:ext cx="7305874" cy="715753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687404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0_a">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07B0CB16-D492-4E14-A3A4-5AD6A53C1CA9}"/>
              </a:ext>
            </a:extLst>
          </p:cNvPr>
          <p:cNvPicPr>
            <a:picLocks noChangeAspect="1"/>
          </p:cNvPicPr>
          <p:nvPr userDrawn="1"/>
        </p:nvPicPr>
        <p:blipFill>
          <a:blip r:embed="rId2">
            <a:lum bright="70000" contrast="-70000"/>
          </a:blip>
          <a:stretch>
            <a:fillRect/>
          </a:stretch>
        </p:blipFill>
        <p:spPr>
          <a:xfrm flipV="1">
            <a:off x="-211415" y="136236"/>
            <a:ext cx="7586444" cy="7790853"/>
          </a:xfrm>
          <a:prstGeom prst="rect">
            <a:avLst/>
          </a:prstGeom>
          <a:ln w="12700">
            <a:miter lim="400000"/>
          </a:ln>
        </p:spPr>
      </p:pic>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V="1">
            <a:off x="-154265" y="0"/>
            <a:ext cx="7305874" cy="715753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04530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1_a">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lum bright="70000" contrast="-70000"/>
          </a:blip>
          <a:stretch>
            <a:fillRect/>
          </a:stretch>
        </p:blipFill>
        <p:spPr>
          <a:xfrm flipV="1">
            <a:off x="-138024" y="0"/>
            <a:ext cx="7305874" cy="7157533"/>
          </a:xfrm>
          <a:prstGeom prst="rect">
            <a:avLst/>
          </a:prstGeom>
          <a:ln w="12700">
            <a:miter lim="400000"/>
          </a:ln>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1033960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2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FCF894-F4D0-4F2E-BF42-FAECACD2A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V="1">
            <a:off x="0" y="0"/>
            <a:ext cx="7781815" cy="775810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243073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6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61EA5C-A044-4A1F-BB6A-74E79915BD8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flipV="1">
            <a:off x="10506185" y="0"/>
            <a:ext cx="7781815" cy="775810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AD22BEBC-266E-466C-99E3-81DEFF3E1A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117" y="3162300"/>
            <a:ext cx="20220682" cy="10787051"/>
          </a:xfrm>
          <a:prstGeom prst="rect">
            <a:avLst/>
          </a:prstGeom>
        </p:spPr>
      </p:pic>
    </p:spTree>
    <p:extLst>
      <p:ext uri="{BB962C8B-B14F-4D97-AF65-F5344CB8AC3E}">
        <p14:creationId xmlns:p14="http://schemas.microsoft.com/office/powerpoint/2010/main" val="4282146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7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7B570425-AC06-438C-AFB2-D3EC12166DC6}"/>
              </a:ext>
            </a:extLst>
          </p:cNvPr>
          <p:cNvPicPr>
            <a:picLocks noChangeAspect="1"/>
          </p:cNvPicPr>
          <p:nvPr userDrawn="1"/>
        </p:nvPicPr>
        <p:blipFill>
          <a:blip r:embed="rId2"/>
          <a:stretch>
            <a:fillRect/>
          </a:stretch>
        </p:blipFill>
        <p:spPr>
          <a:xfrm flipH="1" flipV="1">
            <a:off x="11096426" y="0"/>
            <a:ext cx="7305874" cy="7157533"/>
          </a:xfrm>
          <a:prstGeom prst="rect">
            <a:avLst/>
          </a:prstGeom>
          <a:ln w="12700">
            <a:miter lim="400000"/>
          </a:ln>
        </p:spPr>
      </p:pic>
      <p:pic>
        <p:nvPicPr>
          <p:cNvPr id="5" name="Image" descr="Image">
            <a:extLst>
              <a:ext uri="{FF2B5EF4-FFF2-40B4-BE49-F238E27FC236}">
                <a16:creationId xmlns:a16="http://schemas.microsoft.com/office/drawing/2014/main" id="{136943F6-EE66-4D91-BFFA-22A5357A08A9}"/>
              </a:ext>
            </a:extLst>
          </p:cNvPr>
          <p:cNvPicPr>
            <a:picLocks noChangeAspect="1"/>
          </p:cNvPicPr>
          <p:nvPr userDrawn="1"/>
        </p:nvPicPr>
        <p:blipFill>
          <a:blip r:embed="rId2"/>
          <a:stretch>
            <a:fillRect/>
          </a:stretch>
        </p:blipFill>
        <p:spPr>
          <a:xfrm>
            <a:off x="-165767" y="6611765"/>
            <a:ext cx="7305874" cy="7157533"/>
          </a:xfrm>
          <a:prstGeom prst="rect">
            <a:avLst/>
          </a:prstGeom>
          <a:ln w="12700">
            <a:miter lim="400000"/>
          </a:ln>
        </p:spPr>
      </p:pic>
    </p:spTree>
    <p:extLst>
      <p:ext uri="{BB962C8B-B14F-4D97-AF65-F5344CB8AC3E}">
        <p14:creationId xmlns:p14="http://schemas.microsoft.com/office/powerpoint/2010/main" val="2364802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9D8A0C-1C6C-4E56-BF41-4A4FB0FCBE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94097" y="0"/>
            <a:ext cx="12096750"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4663567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91BFE6-20C5-48DD-87E2-028DCACFB898}"/>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1974192" y="-171450"/>
            <a:ext cx="12096750" cy="13887450"/>
          </a:xfrm>
          <a:prstGeom prst="rect">
            <a:avLst/>
          </a:prstGeom>
        </p:spPr>
      </p:pic>
      <p:pic>
        <p:nvPicPr>
          <p:cNvPr id="4" name="Picture 3">
            <a:extLst>
              <a:ext uri="{FF2B5EF4-FFF2-40B4-BE49-F238E27FC236}">
                <a16:creationId xmlns:a16="http://schemas.microsoft.com/office/drawing/2014/main" id="{A99D8A0C-1C6C-4E56-BF41-4A4FB0FCBE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6241674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9D8A0C-1C6C-4E56-BF41-4A4FB0FCBE1A}"/>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622603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2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AA4B74-65F8-44D9-9094-24C73AF363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28850" y="0"/>
            <a:ext cx="19564350" cy="13796137"/>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8434591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A3A94F-2572-4370-9375-5ACDFBAAED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11130"/>
            <a:ext cx="18288000" cy="1348424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2038839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6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A1E93B-CF1D-4B91-80D8-49D1C2040C9D}"/>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47650" y="58730"/>
            <a:ext cx="18688050" cy="13484240"/>
          </a:xfrm>
          <a:prstGeom prst="rect">
            <a:avLst/>
          </a:prstGeom>
        </p:spPr>
      </p:pic>
      <p:pic>
        <p:nvPicPr>
          <p:cNvPr id="5" name="Picture 4">
            <a:extLst>
              <a:ext uri="{FF2B5EF4-FFF2-40B4-BE49-F238E27FC236}">
                <a16:creationId xmlns:a16="http://schemas.microsoft.com/office/drawing/2014/main" id="{69A3A94F-2572-4370-9375-5ACDFBAAED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11130"/>
            <a:ext cx="18288000" cy="1348424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588436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5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A3A94F-2572-4370-9375-5ACDFBAAEDF8}"/>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0" y="211130"/>
            <a:ext cx="18288000" cy="1348424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4194246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3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7B07C3-C6D2-4C2D-8EFB-D32189ED5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728417"/>
            <a:ext cx="18592800" cy="13111032"/>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260204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7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23"/>
          <a:stretch/>
        </p:blipFill>
        <p:spPr>
          <a:xfrm>
            <a:off x="-445243" y="0"/>
            <a:ext cx="18733243" cy="13716000"/>
          </a:xfrm>
          <a:prstGeom prst="rect">
            <a:avLst/>
          </a:prstGeom>
        </p:spPr>
      </p:pic>
    </p:spTree>
    <p:extLst>
      <p:ext uri="{BB962C8B-B14F-4D97-AF65-F5344CB8AC3E}">
        <p14:creationId xmlns:p14="http://schemas.microsoft.com/office/powerpoint/2010/main" val="41889892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8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1B9B59-144A-4711-8579-D84023D425D5}"/>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l="62605" t="1099" r="9678"/>
          <a:stretch/>
        </p:blipFill>
        <p:spPr>
          <a:xfrm>
            <a:off x="12439291" y="0"/>
            <a:ext cx="5848709"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6576" r="11223"/>
          <a:stretch/>
        </p:blipFill>
        <p:spPr>
          <a:xfrm>
            <a:off x="11493127" y="0"/>
            <a:ext cx="6794873" cy="13716000"/>
          </a:xfrm>
          <a:prstGeom prst="rect">
            <a:avLst/>
          </a:prstGeom>
        </p:spPr>
      </p:pic>
    </p:spTree>
    <p:extLst>
      <p:ext uri="{BB962C8B-B14F-4D97-AF65-F5344CB8AC3E}">
        <p14:creationId xmlns:p14="http://schemas.microsoft.com/office/powerpoint/2010/main" val="10982250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9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r="11223"/>
          <a:stretch/>
        </p:blipFill>
        <p:spPr>
          <a:xfrm>
            <a:off x="-445243" y="-19050"/>
            <a:ext cx="18733243" cy="13716000"/>
          </a:xfrm>
          <a:prstGeom prst="rect">
            <a:avLst/>
          </a:prstGeom>
        </p:spPr>
      </p:pic>
    </p:spTree>
    <p:extLst>
      <p:ext uri="{BB962C8B-B14F-4D97-AF65-F5344CB8AC3E}">
        <p14:creationId xmlns:p14="http://schemas.microsoft.com/office/powerpoint/2010/main" val="2875780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4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ED4FE58D-83DE-4489-9D1E-6A725174BC4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4888"/>
          <a:stretch/>
        </p:blipFill>
        <p:spPr>
          <a:xfrm>
            <a:off x="1733550" y="0"/>
            <a:ext cx="16554450" cy="13715536"/>
          </a:xfrm>
          <a:prstGeom prst="rect">
            <a:avLst/>
          </a:prstGeom>
        </p:spPr>
      </p:pic>
    </p:spTree>
    <p:extLst>
      <p:ext uri="{BB962C8B-B14F-4D97-AF65-F5344CB8AC3E}">
        <p14:creationId xmlns:p14="http://schemas.microsoft.com/office/powerpoint/2010/main" val="12393908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0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13489" y="0"/>
            <a:ext cx="21101539" cy="13716000"/>
          </a:xfrm>
          <a:prstGeom prst="rect">
            <a:avLst/>
          </a:prstGeom>
        </p:spPr>
      </p:pic>
    </p:spTree>
    <p:extLst>
      <p:ext uri="{BB962C8B-B14F-4D97-AF65-F5344CB8AC3E}">
        <p14:creationId xmlns:p14="http://schemas.microsoft.com/office/powerpoint/2010/main" val="12605149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1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850730-60E3-475C-BBDC-AD782E9AB480}"/>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584939" y="-361950"/>
            <a:ext cx="21101539" cy="140589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13489" y="0"/>
            <a:ext cx="21101539" cy="13716000"/>
          </a:xfrm>
          <a:prstGeom prst="rect">
            <a:avLst/>
          </a:prstGeom>
        </p:spPr>
      </p:pic>
    </p:spTree>
    <p:extLst>
      <p:ext uri="{BB962C8B-B14F-4D97-AF65-F5344CB8AC3E}">
        <p14:creationId xmlns:p14="http://schemas.microsoft.com/office/powerpoint/2010/main" val="33500183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2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413489" y="0"/>
            <a:ext cx="21101539" cy="13716000"/>
          </a:xfrm>
          <a:prstGeom prst="rect">
            <a:avLst/>
          </a:prstGeom>
        </p:spPr>
      </p:pic>
    </p:spTree>
    <p:extLst>
      <p:ext uri="{BB962C8B-B14F-4D97-AF65-F5344CB8AC3E}">
        <p14:creationId xmlns:p14="http://schemas.microsoft.com/office/powerpoint/2010/main" val="38446077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5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ED4FE58D-83DE-4489-9D1E-6A725174BC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2950" y="0"/>
            <a:ext cx="19450050" cy="13715536"/>
          </a:xfrm>
          <a:prstGeom prst="rect">
            <a:avLst/>
          </a:prstGeom>
        </p:spPr>
      </p:pic>
    </p:spTree>
    <p:extLst>
      <p:ext uri="{BB962C8B-B14F-4D97-AF65-F5344CB8AC3E}">
        <p14:creationId xmlns:p14="http://schemas.microsoft.com/office/powerpoint/2010/main" val="17041190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3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19850" y="-864730"/>
            <a:ext cx="24707850" cy="14580730"/>
          </a:xfrm>
          <a:prstGeom prst="rect">
            <a:avLst/>
          </a:prstGeom>
        </p:spPr>
      </p:pic>
    </p:spTree>
    <p:extLst>
      <p:ext uri="{BB962C8B-B14F-4D97-AF65-F5344CB8AC3E}">
        <p14:creationId xmlns:p14="http://schemas.microsoft.com/office/powerpoint/2010/main" val="7483649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4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4C8F2C-3E77-4915-B94E-4C333AD714C3}"/>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648450" y="-1162050"/>
            <a:ext cx="24707850" cy="1487805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19850" y="-864730"/>
            <a:ext cx="24707850" cy="14580730"/>
          </a:xfrm>
          <a:prstGeom prst="rect">
            <a:avLst/>
          </a:prstGeom>
        </p:spPr>
      </p:pic>
    </p:spTree>
    <p:extLst>
      <p:ext uri="{BB962C8B-B14F-4D97-AF65-F5344CB8AC3E}">
        <p14:creationId xmlns:p14="http://schemas.microsoft.com/office/powerpoint/2010/main" val="28574357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5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419850" y="-864730"/>
            <a:ext cx="24707850" cy="14580730"/>
          </a:xfrm>
          <a:prstGeom prst="rect">
            <a:avLst/>
          </a:prstGeom>
        </p:spPr>
      </p:pic>
    </p:spTree>
    <p:extLst>
      <p:ext uri="{BB962C8B-B14F-4D97-AF65-F5344CB8AC3E}">
        <p14:creationId xmlns:p14="http://schemas.microsoft.com/office/powerpoint/2010/main" val="11001033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6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ED4FE58D-83DE-4489-9D1E-6A725174BC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2035" y="-865194"/>
            <a:ext cx="22220035" cy="14580730"/>
          </a:xfrm>
          <a:prstGeom prst="rect">
            <a:avLst/>
          </a:prstGeom>
        </p:spPr>
      </p:pic>
    </p:spTree>
    <p:extLst>
      <p:ext uri="{BB962C8B-B14F-4D97-AF65-F5344CB8AC3E}">
        <p14:creationId xmlns:p14="http://schemas.microsoft.com/office/powerpoint/2010/main" val="10683732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4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406769" y="1406769"/>
            <a:ext cx="21101538" cy="18288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244462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5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E4CD25-FA1B-4C2B-A771-E07CC332D270}"/>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rot="16200000">
            <a:off x="-1765288" y="1083418"/>
            <a:ext cx="21101538" cy="19087102"/>
          </a:xfrm>
          <a:prstGeom prst="rect">
            <a:avLst/>
          </a:prstGeom>
        </p:spPr>
      </p:pic>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376728" y="1360609"/>
            <a:ext cx="21101538" cy="18348082"/>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2946082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6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rot="16200000">
            <a:off x="-1406769" y="1406769"/>
            <a:ext cx="21101538" cy="18288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7668586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7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DDE6B3-CBD7-45DD-869C-FE9ADFC0689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3601"/>
          <a:stretch/>
        </p:blipFill>
        <p:spPr>
          <a:xfrm rot="16200000">
            <a:off x="733425" y="-733425"/>
            <a:ext cx="16821150" cy="18288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0494509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6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7" y="0"/>
            <a:ext cx="21101538"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606413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7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E4CD25-FA1B-4C2B-A771-E07CC332D270}"/>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965937" y="-552450"/>
            <a:ext cx="21101538" cy="14268450"/>
          </a:xfrm>
          <a:prstGeom prst="rect">
            <a:avLst/>
          </a:prstGeom>
        </p:spPr>
      </p:pic>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7" y="0"/>
            <a:ext cx="21101538"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1964052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8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63384-5BF0-4CB0-9CE6-A8FE90798A9E}"/>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2813537" y="0"/>
            <a:ext cx="21101538"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87737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7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DDE6B3-CBD7-45DD-869C-FE9ADFC0689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3601"/>
          <a:stretch/>
        </p:blipFill>
        <p:spPr>
          <a:xfrm>
            <a:off x="1466850" y="0"/>
            <a:ext cx="16821150" cy="1372897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97552938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9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7A7AAAB5-8068-4860-AA0E-DCE21B03F5A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617"/>
          <a:stretch/>
        </p:blipFill>
        <p:spPr>
          <a:xfrm>
            <a:off x="-1714500" y="-14289"/>
            <a:ext cx="20002500" cy="13769341"/>
          </a:xfrm>
          <a:prstGeom prst="rect">
            <a:avLst/>
          </a:prstGeom>
        </p:spPr>
      </p:pic>
    </p:spTree>
    <p:extLst>
      <p:ext uri="{BB962C8B-B14F-4D97-AF65-F5344CB8AC3E}">
        <p14:creationId xmlns:p14="http://schemas.microsoft.com/office/powerpoint/2010/main" val="19178614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0_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73F703-19D5-4A34-A6F2-61D1CFDAA370}"/>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r="5036"/>
          <a:stretch/>
        </p:blipFill>
        <p:spPr>
          <a:xfrm>
            <a:off x="-1828800" y="-571499"/>
            <a:ext cx="20116800" cy="14307502"/>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7A7AAAB5-8068-4860-AA0E-DCE21B03F5A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575"/>
          <a:stretch/>
        </p:blipFill>
        <p:spPr>
          <a:xfrm>
            <a:off x="-1714500" y="-14289"/>
            <a:ext cx="20002500" cy="13769341"/>
          </a:xfrm>
          <a:prstGeom prst="rect">
            <a:avLst/>
          </a:prstGeom>
        </p:spPr>
      </p:pic>
    </p:spTree>
    <p:extLst>
      <p:ext uri="{BB962C8B-B14F-4D97-AF65-F5344CB8AC3E}">
        <p14:creationId xmlns:p14="http://schemas.microsoft.com/office/powerpoint/2010/main" val="12948072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1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7A7AAAB5-8068-4860-AA0E-DCE21B03F5A6}"/>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1714500" y="-14289"/>
            <a:ext cx="21183600" cy="13769341"/>
          </a:xfrm>
          <a:prstGeom prst="rect">
            <a:avLst/>
          </a:prstGeom>
        </p:spPr>
      </p:pic>
    </p:spTree>
    <p:extLst>
      <p:ext uri="{BB962C8B-B14F-4D97-AF65-F5344CB8AC3E}">
        <p14:creationId xmlns:p14="http://schemas.microsoft.com/office/powerpoint/2010/main" val="89577209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8_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D851B1-55FC-436E-962A-553FC35C7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 y="-14289"/>
            <a:ext cx="19507200" cy="13755837"/>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15201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2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B28B6F02-3A78-484D-B3D6-8A22B6AA620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0964"/>
          <a:stretch/>
        </p:blipFill>
        <p:spPr>
          <a:xfrm>
            <a:off x="1289304" y="-114301"/>
            <a:ext cx="16998696" cy="13979843"/>
          </a:xfrm>
          <a:prstGeom prst="rect">
            <a:avLst/>
          </a:prstGeom>
        </p:spPr>
      </p:pic>
    </p:spTree>
    <p:extLst>
      <p:ext uri="{BB962C8B-B14F-4D97-AF65-F5344CB8AC3E}">
        <p14:creationId xmlns:p14="http://schemas.microsoft.com/office/powerpoint/2010/main" val="14097745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3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E128B3-F901-43C9-AC97-B979A7C0DF8D}"/>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8067" r="20343"/>
          <a:stretch/>
        </p:blipFill>
        <p:spPr>
          <a:xfrm>
            <a:off x="1155954" y="-95251"/>
            <a:ext cx="17132046" cy="14113193"/>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B28B6F02-3A78-484D-B3D6-8A22B6AA620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0964"/>
          <a:stretch/>
        </p:blipFill>
        <p:spPr>
          <a:xfrm>
            <a:off x="1289304" y="-247649"/>
            <a:ext cx="16998696" cy="14113192"/>
          </a:xfrm>
          <a:prstGeom prst="rect">
            <a:avLst/>
          </a:prstGeom>
        </p:spPr>
      </p:pic>
    </p:spTree>
    <p:extLst>
      <p:ext uri="{BB962C8B-B14F-4D97-AF65-F5344CB8AC3E}">
        <p14:creationId xmlns:p14="http://schemas.microsoft.com/office/powerpoint/2010/main" val="216160447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4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5" name="Picture 4">
            <a:extLst>
              <a:ext uri="{FF2B5EF4-FFF2-40B4-BE49-F238E27FC236}">
                <a16:creationId xmlns:a16="http://schemas.microsoft.com/office/drawing/2014/main" id="{B28B6F02-3A78-484D-B3D6-8A22B6AA620D}"/>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870" r="21924"/>
          <a:stretch/>
        </p:blipFill>
        <p:spPr>
          <a:xfrm>
            <a:off x="1495783" y="0"/>
            <a:ext cx="16792219" cy="13934984"/>
          </a:xfrm>
          <a:prstGeom prst="rect">
            <a:avLst/>
          </a:prstGeom>
        </p:spPr>
      </p:pic>
    </p:spTree>
    <p:extLst>
      <p:ext uri="{BB962C8B-B14F-4D97-AF65-F5344CB8AC3E}">
        <p14:creationId xmlns:p14="http://schemas.microsoft.com/office/powerpoint/2010/main" val="29666093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9_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29B669-C353-4E4F-837F-8A1B8885548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2872"/>
          <a:stretch/>
        </p:blipFill>
        <p:spPr>
          <a:xfrm>
            <a:off x="3340608" y="0"/>
            <a:ext cx="14947392" cy="13666101"/>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121924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7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a:off x="-38676" y="-260562"/>
            <a:ext cx="11487337" cy="9826178"/>
          </a:xfrm>
          <a:prstGeom prst="rect">
            <a:avLst/>
          </a:prstGeom>
          <a:ln w="12700">
            <a:miter lim="400000"/>
          </a:ln>
        </p:spPr>
      </p:pic>
    </p:spTree>
    <p:extLst>
      <p:ext uri="{BB962C8B-B14F-4D97-AF65-F5344CB8AC3E}">
        <p14:creationId xmlns:p14="http://schemas.microsoft.com/office/powerpoint/2010/main" val="14989047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5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Tree>
    <p:extLst>
      <p:ext uri="{BB962C8B-B14F-4D97-AF65-F5344CB8AC3E}">
        <p14:creationId xmlns:p14="http://schemas.microsoft.com/office/powerpoint/2010/main" val="383364384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6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a:off x="0" y="0"/>
            <a:ext cx="8839886" cy="7561569"/>
          </a:xfrm>
          <a:prstGeom prst="rect">
            <a:avLst/>
          </a:prstGeom>
          <a:ln w="12700">
            <a:miter lim="400000"/>
          </a:ln>
        </p:spPr>
      </p:pic>
    </p:spTree>
    <p:extLst>
      <p:ext uri="{BB962C8B-B14F-4D97-AF65-F5344CB8AC3E}">
        <p14:creationId xmlns:p14="http://schemas.microsoft.com/office/powerpoint/2010/main" val="246635432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8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a:off x="0" y="1"/>
            <a:ext cx="7282449" cy="6229350"/>
          </a:xfrm>
          <a:prstGeom prst="rect">
            <a:avLst/>
          </a:prstGeom>
          <a:ln w="12700">
            <a:miter lim="400000"/>
          </a:ln>
        </p:spPr>
      </p:pic>
    </p:spTree>
    <p:extLst>
      <p:ext uri="{BB962C8B-B14F-4D97-AF65-F5344CB8AC3E}">
        <p14:creationId xmlns:p14="http://schemas.microsoft.com/office/powerpoint/2010/main" val="30482782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0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flipH="1">
            <a:off x="6800663" y="-53528"/>
            <a:ext cx="11487337" cy="9826178"/>
          </a:xfrm>
          <a:prstGeom prst="rect">
            <a:avLst/>
          </a:prstGeom>
          <a:ln w="12700">
            <a:miter lim="400000"/>
          </a:ln>
        </p:spPr>
      </p:pic>
    </p:spTree>
    <p:extLst>
      <p:ext uri="{BB962C8B-B14F-4D97-AF65-F5344CB8AC3E}">
        <p14:creationId xmlns:p14="http://schemas.microsoft.com/office/powerpoint/2010/main" val="6508191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1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flipH="1">
            <a:off x="8561529" y="-53528"/>
            <a:ext cx="9726471" cy="8319947"/>
          </a:xfrm>
          <a:prstGeom prst="rect">
            <a:avLst/>
          </a:prstGeom>
          <a:ln w="12700">
            <a:miter lim="400000"/>
          </a:ln>
        </p:spPr>
      </p:pic>
    </p:spTree>
    <p:extLst>
      <p:ext uri="{BB962C8B-B14F-4D97-AF65-F5344CB8AC3E}">
        <p14:creationId xmlns:p14="http://schemas.microsoft.com/office/powerpoint/2010/main" val="30744153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52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flipH="1">
            <a:off x="9448114" y="0"/>
            <a:ext cx="8839886" cy="7561569"/>
          </a:xfrm>
          <a:prstGeom prst="rect">
            <a:avLst/>
          </a:prstGeom>
          <a:ln w="12700">
            <a:miter lim="400000"/>
          </a:ln>
        </p:spPr>
      </p:pic>
    </p:spTree>
    <p:extLst>
      <p:ext uri="{BB962C8B-B14F-4D97-AF65-F5344CB8AC3E}">
        <p14:creationId xmlns:p14="http://schemas.microsoft.com/office/powerpoint/2010/main" val="34108916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53_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Image" descr="Image">
            <a:extLst>
              <a:ext uri="{FF2B5EF4-FFF2-40B4-BE49-F238E27FC236}">
                <a16:creationId xmlns:a16="http://schemas.microsoft.com/office/drawing/2014/main" id="{D52FD99F-3DDC-48A7-86A0-3BD1A5E040AA}"/>
              </a:ext>
            </a:extLst>
          </p:cNvPr>
          <p:cNvPicPr>
            <a:picLocks noChangeAspect="1"/>
          </p:cNvPicPr>
          <p:nvPr userDrawn="1"/>
        </p:nvPicPr>
        <p:blipFill>
          <a:blip r:embed="rId2"/>
          <a:stretch>
            <a:fillRect/>
          </a:stretch>
        </p:blipFill>
        <p:spPr>
          <a:xfrm flipH="1">
            <a:off x="11005551" y="1"/>
            <a:ext cx="7282449" cy="6229350"/>
          </a:xfrm>
          <a:prstGeom prst="rect">
            <a:avLst/>
          </a:prstGeom>
          <a:ln w="12700">
            <a:miter lim="400000"/>
          </a:ln>
        </p:spPr>
      </p:pic>
    </p:spTree>
    <p:extLst>
      <p:ext uri="{BB962C8B-B14F-4D97-AF65-F5344CB8AC3E}">
        <p14:creationId xmlns:p14="http://schemas.microsoft.com/office/powerpoint/2010/main" val="36456461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01_j_0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198C5F3-DAD2-464B-B835-34942C9943E8}"/>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466"/>
          <a:stretch/>
        </p:blipFill>
        <p:spPr>
          <a:xfrm>
            <a:off x="-1927824" y="-2877"/>
            <a:ext cx="12096750" cy="13716000"/>
          </a:xfrm>
          <a:prstGeom prst="rect">
            <a:avLst/>
          </a:prstGeom>
          <a:solidFill>
            <a:schemeClr val="bg1"/>
          </a:solidFill>
        </p:spPr>
      </p:pic>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pic>
        <p:nvPicPr>
          <p:cNvPr id="3" name="Picture 2">
            <a:extLst>
              <a:ext uri="{FF2B5EF4-FFF2-40B4-BE49-F238E27FC236}">
                <a16:creationId xmlns:a16="http://schemas.microsoft.com/office/drawing/2014/main" id="{4D762170-B9D0-4B0C-B563-356C34FCDD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sp>
        <p:nvSpPr>
          <p:cNvPr id="6" name="Text Placeholder 34">
            <a:extLst>
              <a:ext uri="{FF2B5EF4-FFF2-40B4-BE49-F238E27FC236}">
                <a16:creationId xmlns:a16="http://schemas.microsoft.com/office/drawing/2014/main" id="{3C31A123-FBAA-4770-857C-54FEFDF3F8E3}"/>
              </a:ext>
            </a:extLst>
          </p:cNvPr>
          <p:cNvSpPr>
            <a:spLocks noGrp="1"/>
          </p:cNvSpPr>
          <p:nvPr>
            <p:ph type="body" sz="quarter" idx="13" hasCustomPrompt="1"/>
          </p:nvPr>
        </p:nvSpPr>
        <p:spPr bwMode="gray">
          <a:xfrm>
            <a:off x="9213010" y="5711637"/>
            <a:ext cx="7765571" cy="3018295"/>
          </a:xfrm>
          <a:prstGeom prst="rect">
            <a:avLst/>
          </a:prstGeom>
        </p:spPr>
        <p:txBody>
          <a:bodyPr anchor="ctr">
            <a:noAutofit/>
          </a:bodyPr>
          <a:lstStyle>
            <a:lvl1pPr marL="0" indent="0" algn="ctr">
              <a:lnSpc>
                <a:spcPct val="100000"/>
              </a:lnSpc>
              <a:spcBef>
                <a:spcPts val="0"/>
              </a:spcBef>
              <a:buNone/>
              <a:defRPr sz="4412" baseline="0">
                <a:solidFill>
                  <a:schemeClr val="tx1"/>
                </a:solidFill>
                <a:latin typeface="+mj-lt"/>
              </a:defRPr>
            </a:lvl1pPr>
          </a:lstStyle>
          <a:p>
            <a:pPr lvl="0"/>
            <a:r>
              <a:rPr lang="en-US" dirty="0"/>
              <a:t>Click to add section divider text</a:t>
            </a:r>
          </a:p>
        </p:txBody>
      </p:sp>
      <p:sp>
        <p:nvSpPr>
          <p:cNvPr id="9" name="Content Placeholder 7">
            <a:extLst>
              <a:ext uri="{FF2B5EF4-FFF2-40B4-BE49-F238E27FC236}">
                <a16:creationId xmlns:a16="http://schemas.microsoft.com/office/drawing/2014/main" id="{9F1B5E60-F229-4291-88DC-4DA447256E72}"/>
              </a:ext>
            </a:extLst>
          </p:cNvPr>
          <p:cNvSpPr>
            <a:spLocks noGrp="1"/>
          </p:cNvSpPr>
          <p:nvPr>
            <p:ph sz="quarter" idx="14"/>
          </p:nvPr>
        </p:nvSpPr>
        <p:spPr>
          <a:xfrm>
            <a:off x="9144000" y="8910678"/>
            <a:ext cx="7834580" cy="636839"/>
          </a:xfrm>
          <a:prstGeom prst="rect">
            <a:avLst/>
          </a:prstGeom>
        </p:spPr>
        <p:txBody>
          <a:bodyPr/>
          <a:lstStyle>
            <a:lvl1pPr algn="ctr">
              <a:buNone/>
              <a:defRPr sz="2400"/>
            </a:lvl1pPr>
          </a:lstStyle>
          <a:p>
            <a:pPr lvl="0"/>
            <a:r>
              <a:rPr lang="en-US"/>
              <a:t>Click to edit Master text styles</a:t>
            </a:r>
          </a:p>
        </p:txBody>
      </p:sp>
    </p:spTree>
    <p:extLst>
      <p:ext uri="{BB962C8B-B14F-4D97-AF65-F5344CB8AC3E}">
        <p14:creationId xmlns:p14="http://schemas.microsoft.com/office/powerpoint/2010/main" val="87368605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01_j_01_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198C5F3-DAD2-464B-B835-34942C9943E8}"/>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466"/>
          <a:stretch/>
        </p:blipFill>
        <p:spPr>
          <a:xfrm>
            <a:off x="-1927824" y="-2877"/>
            <a:ext cx="12096750" cy="13716000"/>
          </a:xfrm>
          <a:prstGeom prst="rect">
            <a:avLst/>
          </a:prstGeom>
          <a:solidFill>
            <a:schemeClr val="bg1"/>
          </a:solidFill>
        </p:spPr>
      </p:pic>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8" name="Text Placeholder 34">
            <a:extLst>
              <a:ext uri="{FF2B5EF4-FFF2-40B4-BE49-F238E27FC236}">
                <a16:creationId xmlns:a16="http://schemas.microsoft.com/office/drawing/2014/main" id="{5BB54131-5E8F-482C-903F-DD45B4A27BC9}"/>
              </a:ext>
            </a:extLst>
          </p:cNvPr>
          <p:cNvSpPr>
            <a:spLocks noGrp="1"/>
          </p:cNvSpPr>
          <p:nvPr>
            <p:ph type="body" sz="quarter" idx="13" hasCustomPrompt="1"/>
          </p:nvPr>
        </p:nvSpPr>
        <p:spPr bwMode="gray">
          <a:xfrm>
            <a:off x="9213010" y="5711637"/>
            <a:ext cx="7765571" cy="3018295"/>
          </a:xfrm>
          <a:prstGeom prst="rect">
            <a:avLst/>
          </a:prstGeom>
        </p:spPr>
        <p:txBody>
          <a:bodyPr anchor="ctr">
            <a:noAutofit/>
          </a:bodyPr>
          <a:lstStyle>
            <a:lvl1pPr marL="0" indent="0" algn="ctr">
              <a:lnSpc>
                <a:spcPct val="100000"/>
              </a:lnSpc>
              <a:spcBef>
                <a:spcPts val="0"/>
              </a:spcBef>
              <a:buNone/>
              <a:defRPr sz="4412" baseline="0">
                <a:solidFill>
                  <a:schemeClr val="tx1"/>
                </a:solidFill>
                <a:latin typeface="+mj-lt"/>
              </a:defRPr>
            </a:lvl1pPr>
          </a:lstStyle>
          <a:p>
            <a:pPr lvl="0"/>
            <a:r>
              <a:rPr lang="en-US" dirty="0"/>
              <a:t>Click to add section divider text</a:t>
            </a:r>
          </a:p>
        </p:txBody>
      </p:sp>
      <p:pic>
        <p:nvPicPr>
          <p:cNvPr id="3" name="Picture 2">
            <a:extLst>
              <a:ext uri="{FF2B5EF4-FFF2-40B4-BE49-F238E27FC236}">
                <a16:creationId xmlns:a16="http://schemas.microsoft.com/office/drawing/2014/main" id="{4D762170-B9D0-4B0C-B563-356C34FCDD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pic>
        <p:nvPicPr>
          <p:cNvPr id="6" name="Picture 5" descr="Icon&#10;&#10;Description automatically generated">
            <a:extLst>
              <a:ext uri="{FF2B5EF4-FFF2-40B4-BE49-F238E27FC236}">
                <a16:creationId xmlns:a16="http://schemas.microsoft.com/office/drawing/2014/main" id="{38AFEB4D-4591-4A88-BDBD-40300038F2C8}"/>
              </a:ext>
            </a:extLst>
          </p:cNvPr>
          <p:cNvPicPr>
            <a:picLocks noChangeAspect="1"/>
          </p:cNvPicPr>
          <p:nvPr userDrawn="1"/>
        </p:nvPicPr>
        <p:blipFill>
          <a:blip r:embed="rId4">
            <a:extLst>
              <a:ext uri="{BEBA8EAE-BF5A-486C-A8C5-ECC9F3942E4B}">
                <a14:imgProps xmlns:a14="http://schemas.microsoft.com/office/drawing/2010/main">
                  <a14:imgLayer r:embed="rId5">
                    <a14:imgEffect>
                      <a14:backgroundRemoval t="9934" b="93907" l="9934" r="89934">
                        <a14:foregroundMark x1="19735" y1="32318" x2="19735" y2="32318"/>
                        <a14:foregroundMark x1="35629" y1="39205" x2="35629" y2="39205"/>
                        <a14:foregroundMark x1="33510" y1="93907" x2="33510" y2="93907"/>
                        <a14:foregroundMark x1="24238" y1="82781" x2="24238" y2="82781"/>
                        <a14:foregroundMark x1="22517" y1="83179" x2="34040" y2="81987"/>
                        <a14:foregroundMark x1="34040" y1="81987" x2="37881" y2="82384"/>
                        <a14:foregroundMark x1="37881" y1="82384" x2="40000" y2="83179"/>
                        <a14:foregroundMark x1="53907" y1="62649" x2="53907" y2="62649"/>
                        <a14:foregroundMark x1="53113" y1="64768" x2="53113" y2="64768"/>
                        <a14:foregroundMark x1="54702" y1="63841" x2="58411" y2="63841"/>
                        <a14:foregroundMark x1="58411" y1="63841" x2="62649" y2="62914"/>
                        <a14:foregroundMark x1="62649" y1="62914" x2="65563" y2="60795"/>
                        <a14:foregroundMark x1="65563" y1="60795" x2="65563" y2="60662"/>
                        <a14:foregroundMark x1="53642" y1="51258" x2="53907" y2="42914"/>
                        <a14:foregroundMark x1="53907" y1="42914" x2="53510" y2="42252"/>
                        <a14:foregroundMark x1="35099" y1="49536" x2="34834" y2="41192"/>
                        <a14:foregroundMark x1="34834" y1="41192" x2="35497" y2="37881"/>
                      </a14:backgroundRemoval>
                    </a14:imgEffect>
                  </a14:imgLayer>
                </a14:imgProps>
              </a:ext>
              <a:ext uri="{28A0092B-C50C-407E-A947-70E740481C1C}">
                <a14:useLocalDpi xmlns:a14="http://schemas.microsoft.com/office/drawing/2010/main" val="0"/>
              </a:ext>
            </a:extLst>
          </a:blip>
          <a:stretch>
            <a:fillRect/>
          </a:stretch>
        </p:blipFill>
        <p:spPr>
          <a:xfrm>
            <a:off x="11022574" y="667938"/>
            <a:ext cx="4749450" cy="4749450"/>
          </a:xfrm>
          <a:prstGeom prst="rect">
            <a:avLst/>
          </a:prstGeom>
        </p:spPr>
      </p:pic>
      <p:sp>
        <p:nvSpPr>
          <p:cNvPr id="9" name="Content Placeholder 7">
            <a:extLst>
              <a:ext uri="{FF2B5EF4-FFF2-40B4-BE49-F238E27FC236}">
                <a16:creationId xmlns:a16="http://schemas.microsoft.com/office/drawing/2014/main" id="{5F23A1CB-5CB1-4D7F-8806-E4495C24B1EB}"/>
              </a:ext>
            </a:extLst>
          </p:cNvPr>
          <p:cNvSpPr>
            <a:spLocks noGrp="1"/>
          </p:cNvSpPr>
          <p:nvPr>
            <p:ph sz="quarter" idx="14"/>
          </p:nvPr>
        </p:nvSpPr>
        <p:spPr>
          <a:xfrm>
            <a:off x="9144000" y="8910678"/>
            <a:ext cx="7834580" cy="636839"/>
          </a:xfrm>
          <a:prstGeom prst="rect">
            <a:avLst/>
          </a:prstGeom>
        </p:spPr>
        <p:txBody>
          <a:bodyPr/>
          <a:lstStyle>
            <a:lvl1pPr algn="ctr">
              <a:buNone/>
              <a:defRPr sz="2400"/>
            </a:lvl1pPr>
          </a:lstStyle>
          <a:p>
            <a:pPr lvl="0"/>
            <a:r>
              <a:rPr lang="en-US"/>
              <a:t>Click to edit Master text styles</a:t>
            </a:r>
          </a:p>
        </p:txBody>
      </p:sp>
    </p:spTree>
    <p:extLst>
      <p:ext uri="{BB962C8B-B14F-4D97-AF65-F5344CB8AC3E}">
        <p14:creationId xmlns:p14="http://schemas.microsoft.com/office/powerpoint/2010/main" val="34833504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01_j_01_b">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198C5F3-DAD2-464B-B835-34942C9943E8}"/>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466"/>
          <a:stretch/>
        </p:blipFill>
        <p:spPr>
          <a:xfrm>
            <a:off x="-1927824" y="-2877"/>
            <a:ext cx="12096750" cy="13716000"/>
          </a:xfrm>
          <a:prstGeom prst="rect">
            <a:avLst/>
          </a:prstGeom>
          <a:solidFill>
            <a:schemeClr val="bg1"/>
          </a:solidFill>
        </p:spPr>
      </p:pic>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pic>
        <p:nvPicPr>
          <p:cNvPr id="3" name="Picture 2">
            <a:extLst>
              <a:ext uri="{FF2B5EF4-FFF2-40B4-BE49-F238E27FC236}">
                <a16:creationId xmlns:a16="http://schemas.microsoft.com/office/drawing/2014/main" id="{4D762170-B9D0-4B0C-B563-356C34FCDD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pic>
        <p:nvPicPr>
          <p:cNvPr id="4" name="Picture 3" descr="Icon&#10;&#10;Description automatically generated">
            <a:extLst>
              <a:ext uri="{FF2B5EF4-FFF2-40B4-BE49-F238E27FC236}">
                <a16:creationId xmlns:a16="http://schemas.microsoft.com/office/drawing/2014/main" id="{9F112AD1-4E1E-4830-B0E5-E81AB8F240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610930" y="1380225"/>
            <a:ext cx="3598208" cy="4227894"/>
          </a:xfrm>
          <a:prstGeom prst="rect">
            <a:avLst/>
          </a:prstGeom>
        </p:spPr>
      </p:pic>
      <p:sp>
        <p:nvSpPr>
          <p:cNvPr id="9" name="Text Placeholder 34">
            <a:extLst>
              <a:ext uri="{FF2B5EF4-FFF2-40B4-BE49-F238E27FC236}">
                <a16:creationId xmlns:a16="http://schemas.microsoft.com/office/drawing/2014/main" id="{2CA175E1-A4A3-4CB2-810B-6600BB59D014}"/>
              </a:ext>
            </a:extLst>
          </p:cNvPr>
          <p:cNvSpPr>
            <a:spLocks noGrp="1"/>
          </p:cNvSpPr>
          <p:nvPr>
            <p:ph type="body" sz="quarter" idx="13" hasCustomPrompt="1"/>
          </p:nvPr>
        </p:nvSpPr>
        <p:spPr bwMode="gray">
          <a:xfrm>
            <a:off x="9213010" y="5711637"/>
            <a:ext cx="7765571" cy="3018295"/>
          </a:xfrm>
          <a:prstGeom prst="rect">
            <a:avLst/>
          </a:prstGeom>
        </p:spPr>
        <p:txBody>
          <a:bodyPr anchor="ctr">
            <a:noAutofit/>
          </a:bodyPr>
          <a:lstStyle>
            <a:lvl1pPr marL="0" indent="0" algn="ctr">
              <a:lnSpc>
                <a:spcPct val="100000"/>
              </a:lnSpc>
              <a:spcBef>
                <a:spcPts val="0"/>
              </a:spcBef>
              <a:buNone/>
              <a:defRPr sz="4412" baseline="0">
                <a:solidFill>
                  <a:schemeClr val="tx1"/>
                </a:solidFill>
                <a:latin typeface="+mj-lt"/>
              </a:defRPr>
            </a:lvl1pPr>
          </a:lstStyle>
          <a:p>
            <a:pPr lvl="0"/>
            <a:r>
              <a:rPr lang="en-US" dirty="0"/>
              <a:t>Click to add section divider text</a:t>
            </a:r>
          </a:p>
        </p:txBody>
      </p:sp>
      <p:sp>
        <p:nvSpPr>
          <p:cNvPr id="12" name="Content Placeholder 7">
            <a:extLst>
              <a:ext uri="{FF2B5EF4-FFF2-40B4-BE49-F238E27FC236}">
                <a16:creationId xmlns:a16="http://schemas.microsoft.com/office/drawing/2014/main" id="{62CA74DD-87C4-4253-8B5D-729A611CD330}"/>
              </a:ext>
            </a:extLst>
          </p:cNvPr>
          <p:cNvSpPr>
            <a:spLocks noGrp="1"/>
          </p:cNvSpPr>
          <p:nvPr>
            <p:ph sz="quarter" idx="14"/>
          </p:nvPr>
        </p:nvSpPr>
        <p:spPr>
          <a:xfrm>
            <a:off x="9144000" y="8910678"/>
            <a:ext cx="7834580" cy="636839"/>
          </a:xfrm>
          <a:prstGeom prst="rect">
            <a:avLst/>
          </a:prstGeom>
        </p:spPr>
        <p:txBody>
          <a:bodyPr/>
          <a:lstStyle>
            <a:lvl1pPr algn="ctr">
              <a:buNone/>
              <a:defRPr sz="2400"/>
            </a:lvl1pPr>
          </a:lstStyle>
          <a:p>
            <a:pPr lvl="0"/>
            <a:r>
              <a:rPr lang="en-US"/>
              <a:t>Click to edit Master text styles</a:t>
            </a:r>
          </a:p>
        </p:txBody>
      </p:sp>
    </p:spTree>
    <p:extLst>
      <p:ext uri="{BB962C8B-B14F-4D97-AF65-F5344CB8AC3E}">
        <p14:creationId xmlns:p14="http://schemas.microsoft.com/office/powerpoint/2010/main" val="159692309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01_j_0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198C5F3-DAD2-464B-B835-34942C9943E8}"/>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t="1466"/>
          <a:stretch/>
        </p:blipFill>
        <p:spPr>
          <a:xfrm>
            <a:off x="-1927824" y="-2877"/>
            <a:ext cx="12096750" cy="13716000"/>
          </a:xfrm>
          <a:prstGeom prst="rect">
            <a:avLst/>
          </a:prstGeom>
          <a:solidFill>
            <a:schemeClr val="bg1"/>
          </a:solidFill>
        </p:spPr>
      </p:pic>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pic>
        <p:nvPicPr>
          <p:cNvPr id="3" name="Picture 2">
            <a:extLst>
              <a:ext uri="{FF2B5EF4-FFF2-40B4-BE49-F238E27FC236}">
                <a16:creationId xmlns:a16="http://schemas.microsoft.com/office/drawing/2014/main" id="{4D762170-B9D0-4B0C-B563-356C34FCDD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742" y="0"/>
            <a:ext cx="12096750" cy="13716000"/>
          </a:xfrm>
          <a:prstGeom prst="rect">
            <a:avLst/>
          </a:prstGeom>
        </p:spPr>
      </p:pic>
      <p:sp>
        <p:nvSpPr>
          <p:cNvPr id="9" name="Text Placeholder 34">
            <a:extLst>
              <a:ext uri="{FF2B5EF4-FFF2-40B4-BE49-F238E27FC236}">
                <a16:creationId xmlns:a16="http://schemas.microsoft.com/office/drawing/2014/main" id="{4C415530-7944-447A-A210-C1F9BECD2879}"/>
              </a:ext>
            </a:extLst>
          </p:cNvPr>
          <p:cNvSpPr>
            <a:spLocks noGrp="1"/>
          </p:cNvSpPr>
          <p:nvPr>
            <p:ph type="body" sz="quarter" idx="13" hasCustomPrompt="1"/>
          </p:nvPr>
        </p:nvSpPr>
        <p:spPr bwMode="gray">
          <a:xfrm>
            <a:off x="9213010" y="5711637"/>
            <a:ext cx="7765571" cy="3018295"/>
          </a:xfrm>
          <a:prstGeom prst="rect">
            <a:avLst/>
          </a:prstGeom>
        </p:spPr>
        <p:txBody>
          <a:bodyPr anchor="ctr">
            <a:noAutofit/>
          </a:bodyPr>
          <a:lstStyle>
            <a:lvl1pPr marL="0" indent="0" algn="ctr">
              <a:lnSpc>
                <a:spcPct val="100000"/>
              </a:lnSpc>
              <a:spcBef>
                <a:spcPts val="0"/>
              </a:spcBef>
              <a:buNone/>
              <a:defRPr sz="4412" baseline="0">
                <a:solidFill>
                  <a:schemeClr val="tx1"/>
                </a:solidFill>
                <a:latin typeface="+mj-lt"/>
              </a:defRPr>
            </a:lvl1pPr>
          </a:lstStyle>
          <a:p>
            <a:pPr lvl="0"/>
            <a:r>
              <a:rPr lang="en-US" dirty="0"/>
              <a:t>Click to add section divider text</a:t>
            </a:r>
          </a:p>
        </p:txBody>
      </p:sp>
      <p:sp>
        <p:nvSpPr>
          <p:cNvPr id="11" name="Content Placeholder 7">
            <a:extLst>
              <a:ext uri="{FF2B5EF4-FFF2-40B4-BE49-F238E27FC236}">
                <a16:creationId xmlns:a16="http://schemas.microsoft.com/office/drawing/2014/main" id="{E862D065-28CD-4EE7-9F20-24F1ABFC7555}"/>
              </a:ext>
            </a:extLst>
          </p:cNvPr>
          <p:cNvSpPr>
            <a:spLocks noGrp="1"/>
          </p:cNvSpPr>
          <p:nvPr>
            <p:ph sz="quarter" idx="14"/>
          </p:nvPr>
        </p:nvSpPr>
        <p:spPr>
          <a:xfrm>
            <a:off x="9144000" y="8910678"/>
            <a:ext cx="7834580" cy="636839"/>
          </a:xfrm>
          <a:prstGeom prst="rect">
            <a:avLst/>
          </a:prstGeom>
        </p:spPr>
        <p:txBody>
          <a:bodyPr/>
          <a:lstStyle>
            <a:lvl1pPr algn="ctr">
              <a:buNone/>
              <a:defRPr sz="2400"/>
            </a:lvl1pPr>
          </a:lstStyle>
          <a:p>
            <a:pPr lvl="0"/>
            <a:r>
              <a:rPr lang="en-US"/>
              <a:t>Click to edit Master text styles</a:t>
            </a:r>
          </a:p>
        </p:txBody>
      </p:sp>
    </p:spTree>
    <p:extLst>
      <p:ext uri="{BB962C8B-B14F-4D97-AF65-F5344CB8AC3E}">
        <p14:creationId xmlns:p14="http://schemas.microsoft.com/office/powerpoint/2010/main" val="20494264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01_l_01">
    <p:bg>
      <p:bgPr>
        <a:solidFill>
          <a:srgbClr val="F15026"/>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2F7C9F39-03B2-4977-9924-068D72F9B019}"/>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6" name="Image" descr="Image">
            <a:extLst>
              <a:ext uri="{FF2B5EF4-FFF2-40B4-BE49-F238E27FC236}">
                <a16:creationId xmlns:a16="http://schemas.microsoft.com/office/drawing/2014/main" id="{F613D5C4-3FDE-9246-8223-349C5B5DA47D}"/>
              </a:ext>
            </a:extLst>
          </p:cNvPr>
          <p:cNvPicPr>
            <a:picLocks noChangeAspect="1"/>
          </p:cNvPicPr>
          <p:nvPr userDrawn="1"/>
        </p:nvPicPr>
        <p:blipFill>
          <a:blip r:embed="rId2"/>
          <a:stretch>
            <a:fillRect/>
          </a:stretch>
        </p:blipFill>
        <p:spPr>
          <a:xfrm>
            <a:off x="0" y="0"/>
            <a:ext cx="18466401" cy="12959826"/>
          </a:xfrm>
          <a:prstGeom prst="rect">
            <a:avLst/>
          </a:prstGeom>
          <a:ln w="12700">
            <a:miter lim="400000"/>
          </a:ln>
        </p:spPr>
      </p:pic>
      <p:sp>
        <p:nvSpPr>
          <p:cNvPr id="3" name="Text Placeholder 34">
            <a:extLst>
              <a:ext uri="{FF2B5EF4-FFF2-40B4-BE49-F238E27FC236}">
                <a16:creationId xmlns:a16="http://schemas.microsoft.com/office/drawing/2014/main" id="{2D8B434B-02BD-4539-A720-CC9E5C7E1006}"/>
              </a:ext>
            </a:extLst>
          </p:cNvPr>
          <p:cNvSpPr>
            <a:spLocks noGrp="1"/>
          </p:cNvSpPr>
          <p:nvPr>
            <p:ph type="body" sz="quarter" idx="13" hasCustomPrompt="1"/>
          </p:nvPr>
        </p:nvSpPr>
        <p:spPr bwMode="gray">
          <a:xfrm>
            <a:off x="4637190" y="5668570"/>
            <a:ext cx="9013621" cy="2378861"/>
          </a:xfrm>
          <a:prstGeom prst="rect">
            <a:avLst/>
          </a:prstGeom>
        </p:spPr>
        <p:txBody>
          <a:bodyPr anchor="ctr">
            <a:noAutofit/>
          </a:bodyPr>
          <a:lstStyle>
            <a:lvl1pPr marL="0" indent="0">
              <a:lnSpc>
                <a:spcPct val="100000"/>
              </a:lnSpc>
              <a:spcBef>
                <a:spcPts val="0"/>
              </a:spcBef>
              <a:buNone/>
              <a:defRPr sz="4412" baseline="0">
                <a:solidFill>
                  <a:schemeClr val="tx1"/>
                </a:solidFill>
                <a:latin typeface="+mj-lt"/>
              </a:defRPr>
            </a:lvl1pPr>
          </a:lstStyle>
          <a:p>
            <a:pPr lvl="0"/>
            <a:r>
              <a:rPr lang="en-US" dirty="0"/>
              <a:t>Click to add section divider text</a:t>
            </a:r>
          </a:p>
        </p:txBody>
      </p:sp>
      <p:pic>
        <p:nvPicPr>
          <p:cNvPr id="4" name="Image" descr="Image">
            <a:extLst>
              <a:ext uri="{FF2B5EF4-FFF2-40B4-BE49-F238E27FC236}">
                <a16:creationId xmlns:a16="http://schemas.microsoft.com/office/drawing/2014/main" id="{57FAE866-1BA3-4114-821B-C50CC652C77E}"/>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16850748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01_b">
    <p:bg>
      <p:bgPr>
        <a:solidFill>
          <a:srgbClr val="F15026"/>
        </a:solidFill>
        <a:effectLst/>
      </p:bgPr>
    </p:bg>
    <p:spTree>
      <p:nvGrpSpPr>
        <p:cNvPr id="1" name=""/>
        <p:cNvGrpSpPr/>
        <p:nvPr/>
      </p:nvGrpSpPr>
      <p:grpSpPr>
        <a:xfrm>
          <a:off x="0" y="0"/>
          <a:ext cx="0" cy="0"/>
          <a:chOff x="0" y="0"/>
          <a:chExt cx="0" cy="0"/>
        </a:xfrm>
      </p:grpSpPr>
      <p:pic>
        <p:nvPicPr>
          <p:cNvPr id="3" name="Picture 2" descr="Shape, circle&#10;&#10;Description automatically generated">
            <a:extLst>
              <a:ext uri="{FF2B5EF4-FFF2-40B4-BE49-F238E27FC236}">
                <a16:creationId xmlns:a16="http://schemas.microsoft.com/office/drawing/2014/main" id="{DF63B5E6-CAF3-4336-A779-94AEB578D4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488" t="16509" b="20230"/>
          <a:stretch/>
        </p:blipFill>
        <p:spPr>
          <a:xfrm>
            <a:off x="0" y="0"/>
            <a:ext cx="13770694" cy="13716000"/>
          </a:xfrm>
          <a:prstGeom prst="rect">
            <a:avLst/>
          </a:prstGeom>
        </p:spPr>
      </p:pic>
      <p:sp>
        <p:nvSpPr>
          <p:cNvPr id="17" name="Text Placeholder 34"/>
          <p:cNvSpPr>
            <a:spLocks noGrp="1"/>
          </p:cNvSpPr>
          <p:nvPr>
            <p:ph type="body" sz="quarter" idx="12" hasCustomPrompt="1"/>
          </p:nvPr>
        </p:nvSpPr>
        <p:spPr bwMode="gray">
          <a:xfrm>
            <a:off x="803240" y="6454588"/>
            <a:ext cx="12635669" cy="806824"/>
          </a:xfrm>
          <a:prstGeom prst="rect">
            <a:avLst/>
          </a:prstGeom>
        </p:spPr>
        <p:txBody>
          <a:bodyPr anchor="ctr">
            <a:noAutofit/>
          </a:bodyPr>
          <a:lstStyle>
            <a:lvl1pPr marL="0" indent="0">
              <a:lnSpc>
                <a:spcPct val="100000"/>
              </a:lnSpc>
              <a:spcBef>
                <a:spcPts val="0"/>
              </a:spcBef>
              <a:buNone/>
              <a:defRPr sz="4412" baseline="0">
                <a:solidFill>
                  <a:schemeClr val="bg1"/>
                </a:solidFill>
                <a:latin typeface="+mj-lt"/>
              </a:defRPr>
            </a:lvl1pPr>
          </a:lstStyle>
          <a:p>
            <a:pPr lvl="0"/>
            <a:r>
              <a:rPr lang="en-US" dirty="0"/>
              <a:t>Click to add section divider text</a:t>
            </a:r>
          </a:p>
        </p:txBody>
      </p:sp>
      <p:sp>
        <p:nvSpPr>
          <p:cNvPr id="13" name="Rectangle 12"/>
          <p:cNvSpPr/>
          <p:nvPr userDrawn="1"/>
        </p:nvSpPr>
        <p:spPr bwMode="auto">
          <a:xfrm>
            <a:off x="0" y="5494412"/>
            <a:ext cx="13639800" cy="80681"/>
          </a:xfrm>
          <a:prstGeom prst="rect">
            <a:avLst/>
          </a:prstGeom>
          <a:solidFill>
            <a:srgbClr val="FFCCC5"/>
          </a:solidFill>
          <a:ln w="9525" cap="flat" cmpd="sng" algn="ctr">
            <a:noFill/>
            <a:prstDash val="solid"/>
            <a:round/>
            <a:headEnd type="none" w="med" len="med"/>
            <a:tailEnd type="none" w="med" len="med"/>
          </a:ln>
          <a:effectLst/>
        </p:spPr>
        <p:txBody>
          <a:bodyPr vert="horz" wrap="square" lIns="161365" tIns="80682" rIns="161365" bIns="80682" numCol="1" rtlCol="0" anchor="ctr" anchorCtr="0" compatLnSpc="1">
            <a:prstTxWarp prst="textNoShape">
              <a:avLst/>
            </a:prstTxWarp>
          </a:bodyPr>
          <a:lstStyle/>
          <a:p>
            <a:pPr marL="0" marR="0" indent="0" algn="ctr" defTabSz="1798538" rtl="0" eaLnBrk="1" fontAlgn="base" latinLnBrk="0" hangingPunct="1">
              <a:lnSpc>
                <a:spcPct val="100000"/>
              </a:lnSpc>
              <a:spcBef>
                <a:spcPct val="0"/>
              </a:spcBef>
              <a:spcAft>
                <a:spcPct val="0"/>
              </a:spcAft>
              <a:buClrTx/>
              <a:buSzTx/>
              <a:buFontTx/>
              <a:buNone/>
              <a:tabLst/>
            </a:pPr>
            <a:endParaRPr kumimoji="0" lang="en-US" sz="1941" b="0" i="0" u="none" strike="noStrike" cap="none" normalizeH="0" baseline="0" dirty="0">
              <a:ln>
                <a:noFill/>
              </a:ln>
              <a:solidFill>
                <a:schemeClr val="bg1"/>
              </a:solidFill>
              <a:effectLst/>
            </a:endParaRPr>
          </a:p>
        </p:txBody>
      </p:sp>
      <p:sp>
        <p:nvSpPr>
          <p:cNvPr id="14" name="Rectangle 13"/>
          <p:cNvSpPr/>
          <p:nvPr userDrawn="1"/>
        </p:nvSpPr>
        <p:spPr bwMode="auto">
          <a:xfrm>
            <a:off x="0" y="8139001"/>
            <a:ext cx="13737431" cy="80681"/>
          </a:xfrm>
          <a:prstGeom prst="rect">
            <a:avLst/>
          </a:prstGeom>
          <a:solidFill>
            <a:srgbClr val="FFCCC5"/>
          </a:solidFill>
          <a:ln w="9525" cap="flat" cmpd="sng" algn="ctr">
            <a:noFill/>
            <a:prstDash val="solid"/>
            <a:round/>
            <a:headEnd type="none" w="med" len="med"/>
            <a:tailEnd type="none" w="med" len="med"/>
          </a:ln>
          <a:effectLst/>
        </p:spPr>
        <p:txBody>
          <a:bodyPr vert="horz" wrap="square" lIns="161365" tIns="80682" rIns="161365" bIns="80682" numCol="1" rtlCol="0" anchor="ctr" anchorCtr="0" compatLnSpc="1">
            <a:prstTxWarp prst="textNoShape">
              <a:avLst/>
            </a:prstTxWarp>
          </a:bodyPr>
          <a:lstStyle/>
          <a:p>
            <a:pPr marL="0" marR="0" indent="0" algn="ctr" defTabSz="1798538" rtl="0" eaLnBrk="1" fontAlgn="base" latinLnBrk="0" hangingPunct="1">
              <a:lnSpc>
                <a:spcPct val="100000"/>
              </a:lnSpc>
              <a:spcBef>
                <a:spcPct val="0"/>
              </a:spcBef>
              <a:spcAft>
                <a:spcPct val="0"/>
              </a:spcAft>
              <a:buClrTx/>
              <a:buSzTx/>
              <a:buFontTx/>
              <a:buNone/>
              <a:tabLst/>
            </a:pPr>
            <a:endParaRPr kumimoji="0" lang="en-US" sz="1941" b="0" i="0" u="none" strike="noStrike" cap="none" normalizeH="0" baseline="0" dirty="0">
              <a:ln>
                <a:noFill/>
              </a:ln>
              <a:solidFill>
                <a:schemeClr val="bg1"/>
              </a:solidFill>
              <a:effectLst/>
            </a:endParaRPr>
          </a:p>
        </p:txBody>
      </p:sp>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3"/>
          <a:stretch>
            <a:fillRect/>
          </a:stretch>
        </p:blipFill>
        <p:spPr>
          <a:xfrm>
            <a:off x="2431087" y="12626546"/>
            <a:ext cx="997327" cy="636838"/>
          </a:xfrm>
          <a:prstGeom prst="rect">
            <a:avLst/>
          </a:prstGeom>
          <a:ln w="12700">
            <a:miter lim="400000"/>
          </a:ln>
        </p:spPr>
      </p:pic>
    </p:spTree>
    <p:extLst>
      <p:ext uri="{BB962C8B-B14F-4D97-AF65-F5344CB8AC3E}">
        <p14:creationId xmlns:p14="http://schemas.microsoft.com/office/powerpoint/2010/main" val="76511781"/>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01_d">
    <p:spTree>
      <p:nvGrpSpPr>
        <p:cNvPr id="1" name=""/>
        <p:cNvGrpSpPr/>
        <p:nvPr/>
      </p:nvGrpSpPr>
      <p:grpSpPr>
        <a:xfrm>
          <a:off x="0" y="0"/>
          <a:ext cx="0" cy="0"/>
          <a:chOff x="0" y="0"/>
          <a:chExt cx="0" cy="0"/>
        </a:xfrm>
      </p:grpSpPr>
      <p:sp>
        <p:nvSpPr>
          <p:cNvPr id="2" name="Rectangle 3"/>
          <p:cNvSpPr>
            <a:spLocks noChangeArrowheads="1"/>
          </p:cNvSpPr>
          <p:nvPr userDrawn="1"/>
        </p:nvSpPr>
        <p:spPr bwMode="auto">
          <a:xfrm>
            <a:off x="0" y="5668776"/>
            <a:ext cx="18288000" cy="2378449"/>
          </a:xfrm>
          <a:prstGeom prst="rect">
            <a:avLst/>
          </a:prstGeom>
          <a:solidFill>
            <a:schemeClr val="accent6"/>
          </a:solidFill>
          <a:ln w="9525">
            <a:noFill/>
            <a:miter lim="800000"/>
            <a:headEnd/>
            <a:tailEnd/>
          </a:ln>
          <a:effectLst/>
        </p:spPr>
        <p:txBody>
          <a:bodyPr wrap="none" anchor="ctr"/>
          <a:lstStyle/>
          <a:p>
            <a:pPr algn="ctr"/>
            <a:endParaRPr lang="en-US" sz="5294" b="1" dirty="0"/>
          </a:p>
        </p:txBody>
      </p:sp>
      <p:sp>
        <p:nvSpPr>
          <p:cNvPr id="17" name="Text Placeholder 34"/>
          <p:cNvSpPr>
            <a:spLocks noGrp="1"/>
          </p:cNvSpPr>
          <p:nvPr>
            <p:ph type="body" sz="quarter" idx="12" hasCustomPrompt="1"/>
          </p:nvPr>
        </p:nvSpPr>
        <p:spPr bwMode="gray">
          <a:xfrm>
            <a:off x="803240" y="6454588"/>
            <a:ext cx="12635669" cy="806824"/>
          </a:xfrm>
          <a:prstGeom prst="rect">
            <a:avLst/>
          </a:prstGeom>
        </p:spPr>
        <p:txBody>
          <a:bodyPr anchor="ctr">
            <a:noAutofit/>
          </a:bodyPr>
          <a:lstStyle>
            <a:lvl1pPr marL="0" indent="0">
              <a:lnSpc>
                <a:spcPct val="100000"/>
              </a:lnSpc>
              <a:spcBef>
                <a:spcPts val="0"/>
              </a:spcBef>
              <a:buNone/>
              <a:defRPr sz="4412" baseline="0">
                <a:solidFill>
                  <a:schemeClr val="bg1"/>
                </a:solidFill>
                <a:latin typeface="+mj-lt"/>
              </a:defRPr>
            </a:lvl1pPr>
          </a:lstStyle>
          <a:p>
            <a:pPr lvl="0"/>
            <a:r>
              <a:rPr lang="en-US" dirty="0"/>
              <a:t>Click to add section divider text</a:t>
            </a:r>
          </a:p>
        </p:txBody>
      </p:sp>
      <p:sp>
        <p:nvSpPr>
          <p:cNvPr id="13" name="Rectangle 12"/>
          <p:cNvSpPr/>
          <p:nvPr userDrawn="1"/>
        </p:nvSpPr>
        <p:spPr bwMode="auto">
          <a:xfrm>
            <a:off x="0" y="5494412"/>
            <a:ext cx="18288000" cy="80681"/>
          </a:xfrm>
          <a:prstGeom prst="rect">
            <a:avLst/>
          </a:prstGeom>
          <a:solidFill>
            <a:schemeClr val="accent6"/>
          </a:solidFill>
          <a:ln w="9525" cap="flat" cmpd="sng" algn="ctr">
            <a:noFill/>
            <a:prstDash val="solid"/>
            <a:round/>
            <a:headEnd type="none" w="med" len="med"/>
            <a:tailEnd type="none" w="med" len="med"/>
          </a:ln>
          <a:effectLst/>
        </p:spPr>
        <p:txBody>
          <a:bodyPr vert="horz" wrap="square" lIns="161365" tIns="80682" rIns="161365" bIns="80682" numCol="1" rtlCol="0" anchor="ctr" anchorCtr="0" compatLnSpc="1">
            <a:prstTxWarp prst="textNoShape">
              <a:avLst/>
            </a:prstTxWarp>
          </a:bodyPr>
          <a:lstStyle/>
          <a:p>
            <a:pPr marL="0" marR="0" indent="0" algn="ctr" defTabSz="1798538" rtl="0" eaLnBrk="1" fontAlgn="base" latinLnBrk="0" hangingPunct="1">
              <a:lnSpc>
                <a:spcPct val="100000"/>
              </a:lnSpc>
              <a:spcBef>
                <a:spcPct val="0"/>
              </a:spcBef>
              <a:spcAft>
                <a:spcPct val="0"/>
              </a:spcAft>
              <a:buClrTx/>
              <a:buSzTx/>
              <a:buFontTx/>
              <a:buNone/>
              <a:tabLst/>
            </a:pPr>
            <a:endParaRPr kumimoji="0" lang="en-US" sz="1941" b="0" i="0" u="none" strike="noStrike" cap="none" normalizeH="0" baseline="0" dirty="0">
              <a:ln>
                <a:noFill/>
              </a:ln>
              <a:solidFill>
                <a:schemeClr val="bg1"/>
              </a:solidFill>
              <a:effectLst/>
            </a:endParaRPr>
          </a:p>
        </p:txBody>
      </p:sp>
      <p:sp>
        <p:nvSpPr>
          <p:cNvPr id="14" name="Rectangle 13"/>
          <p:cNvSpPr/>
          <p:nvPr userDrawn="1"/>
        </p:nvSpPr>
        <p:spPr bwMode="auto">
          <a:xfrm>
            <a:off x="0" y="8139001"/>
            <a:ext cx="18288000" cy="80681"/>
          </a:xfrm>
          <a:prstGeom prst="rect">
            <a:avLst/>
          </a:prstGeom>
          <a:solidFill>
            <a:schemeClr val="accent6"/>
          </a:solidFill>
          <a:ln w="9525" cap="flat" cmpd="sng" algn="ctr">
            <a:noFill/>
            <a:prstDash val="solid"/>
            <a:round/>
            <a:headEnd type="none" w="med" len="med"/>
            <a:tailEnd type="none" w="med" len="med"/>
          </a:ln>
          <a:effectLst/>
        </p:spPr>
        <p:txBody>
          <a:bodyPr vert="horz" wrap="square" lIns="161365" tIns="80682" rIns="161365" bIns="80682" numCol="1" rtlCol="0" anchor="ctr" anchorCtr="0" compatLnSpc="1">
            <a:prstTxWarp prst="textNoShape">
              <a:avLst/>
            </a:prstTxWarp>
          </a:bodyPr>
          <a:lstStyle/>
          <a:p>
            <a:pPr marL="0" marR="0" indent="0" algn="ctr" defTabSz="1798538" rtl="0" eaLnBrk="1" fontAlgn="base" latinLnBrk="0" hangingPunct="1">
              <a:lnSpc>
                <a:spcPct val="100000"/>
              </a:lnSpc>
              <a:spcBef>
                <a:spcPct val="0"/>
              </a:spcBef>
              <a:spcAft>
                <a:spcPct val="0"/>
              </a:spcAft>
              <a:buClrTx/>
              <a:buSzTx/>
              <a:buFontTx/>
              <a:buNone/>
              <a:tabLst/>
            </a:pPr>
            <a:endParaRPr kumimoji="0" lang="en-US" sz="1941" b="0" i="0" u="none" strike="noStrike" cap="none" normalizeH="0" baseline="0" dirty="0">
              <a:ln>
                <a:noFill/>
              </a:ln>
              <a:solidFill>
                <a:schemeClr val="bg1"/>
              </a:solidFill>
              <a:effectLst/>
            </a:endParaRPr>
          </a:p>
        </p:txBody>
      </p:sp>
      <p:pic>
        <p:nvPicPr>
          <p:cNvPr id="7" name="Image" descr="Image">
            <a:extLst>
              <a:ext uri="{FF2B5EF4-FFF2-40B4-BE49-F238E27FC236}">
                <a16:creationId xmlns:a16="http://schemas.microsoft.com/office/drawing/2014/main" id="{249E82FC-AEE1-48ED-AADE-337D1B243593}"/>
              </a:ext>
            </a:extLst>
          </p:cNvPr>
          <p:cNvPicPr>
            <a:picLocks noChangeAspect="1"/>
          </p:cNvPicPr>
          <p:nvPr userDrawn="1"/>
        </p:nvPicPr>
        <p:blipFill>
          <a:blip r:embed="rId2"/>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19309557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03_a">
    <p:spTree>
      <p:nvGrpSpPr>
        <p:cNvPr id="1" name=""/>
        <p:cNvGrpSpPr/>
        <p:nvPr/>
      </p:nvGrpSpPr>
      <p:grpSpPr>
        <a:xfrm>
          <a:off x="0" y="0"/>
          <a:ext cx="0" cy="0"/>
          <a:chOff x="0" y="0"/>
          <a:chExt cx="0" cy="0"/>
        </a:xfrm>
      </p:grpSpPr>
      <p:pic>
        <p:nvPicPr>
          <p:cNvPr id="6" name="Image" descr="Image">
            <a:extLst>
              <a:ext uri="{FF2B5EF4-FFF2-40B4-BE49-F238E27FC236}">
                <a16:creationId xmlns:a16="http://schemas.microsoft.com/office/drawing/2014/main" id="{610D252C-4405-4533-BFF0-4653A784AFF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622550"/>
            <a:ext cx="16906875" cy="9790113"/>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941831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03_g_0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5D7EC6E-AC5A-4F46-9C05-5D9B8AA8A0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 r="62302"/>
          <a:stretch/>
        </p:blipFill>
        <p:spPr>
          <a:xfrm rot="16200000">
            <a:off x="7073843" y="-7073843"/>
            <a:ext cx="4140317" cy="18288001"/>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317751"/>
            <a:ext cx="16906875" cy="6198217"/>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a:extLst>
              <a:ext uri="{FF2B5EF4-FFF2-40B4-BE49-F238E27FC236}">
                <a16:creationId xmlns:a16="http://schemas.microsoft.com/office/drawing/2014/main" id="{F73C7E28-D3BE-4919-9738-87DDF8327F9C}"/>
              </a:ext>
            </a:extLst>
          </p:cNvPr>
          <p:cNvSpPr>
            <a:spLocks noGrp="1"/>
          </p:cNvSpPr>
          <p:nvPr>
            <p:ph sz="quarter" idx="15"/>
          </p:nvPr>
        </p:nvSpPr>
        <p:spPr>
          <a:xfrm>
            <a:off x="690563" y="8694614"/>
            <a:ext cx="16906875" cy="4018087"/>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a:extLst>
              <a:ext uri="{FF2B5EF4-FFF2-40B4-BE49-F238E27FC236}">
                <a16:creationId xmlns:a16="http://schemas.microsoft.com/office/drawing/2014/main" id="{867463B9-9C64-4B25-9254-400EF42395A3}"/>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normAutofit fontScale="25000" lnSpcReduction="20000"/>
          </a:bodyPr>
          <a:lstStyle/>
          <a:p>
            <a:pPr>
              <a:defRPr sz="3200" b="0">
                <a:solidFill>
                  <a:srgbClr val="FFFFFF"/>
                </a:solidFill>
                <a:latin typeface="+mn-lt"/>
                <a:ea typeface="+mn-ea"/>
                <a:cs typeface="+mn-cs"/>
                <a:sym typeface="Helvetica Neue Medium"/>
              </a:defRPr>
            </a:pPr>
            <a:endParaRPr sz="3200"/>
          </a:p>
        </p:txBody>
      </p:sp>
    </p:spTree>
    <p:extLst>
      <p:ext uri="{BB962C8B-B14F-4D97-AF65-F5344CB8AC3E}">
        <p14:creationId xmlns:p14="http://schemas.microsoft.com/office/powerpoint/2010/main" val="340000089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03_g_0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5D7EC6E-AC5A-4F46-9C05-5D9B8AA8A0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 r="62302"/>
          <a:stretch/>
        </p:blipFill>
        <p:spPr>
          <a:xfrm rot="16200000">
            <a:off x="7073843" y="-7073843"/>
            <a:ext cx="4140317" cy="18288001"/>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317751"/>
            <a:ext cx="16906875" cy="434184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a:extLst>
              <a:ext uri="{FF2B5EF4-FFF2-40B4-BE49-F238E27FC236}">
                <a16:creationId xmlns:a16="http://schemas.microsoft.com/office/drawing/2014/main" id="{F73C7E28-D3BE-4919-9738-87DDF8327F9C}"/>
              </a:ext>
            </a:extLst>
          </p:cNvPr>
          <p:cNvSpPr>
            <a:spLocks noGrp="1"/>
          </p:cNvSpPr>
          <p:nvPr>
            <p:ph sz="quarter" idx="15"/>
          </p:nvPr>
        </p:nvSpPr>
        <p:spPr>
          <a:xfrm>
            <a:off x="690563" y="6659592"/>
            <a:ext cx="16906875" cy="6053109"/>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a:extLst>
              <a:ext uri="{FF2B5EF4-FFF2-40B4-BE49-F238E27FC236}">
                <a16:creationId xmlns:a16="http://schemas.microsoft.com/office/drawing/2014/main" id="{867463B9-9C64-4B25-9254-400EF42395A3}"/>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Tree>
    <p:extLst>
      <p:ext uri="{BB962C8B-B14F-4D97-AF65-F5344CB8AC3E}">
        <p14:creationId xmlns:p14="http://schemas.microsoft.com/office/powerpoint/2010/main" val="225084643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03_a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317751"/>
            <a:ext cx="16906875" cy="6597650"/>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a:extLst>
              <a:ext uri="{FF2B5EF4-FFF2-40B4-BE49-F238E27FC236}">
                <a16:creationId xmlns:a16="http://schemas.microsoft.com/office/drawing/2014/main" id="{F73C7E28-D3BE-4919-9738-87DDF8327F9C}"/>
              </a:ext>
            </a:extLst>
          </p:cNvPr>
          <p:cNvSpPr>
            <a:spLocks noGrp="1"/>
          </p:cNvSpPr>
          <p:nvPr>
            <p:ph sz="quarter" idx="15"/>
          </p:nvPr>
        </p:nvSpPr>
        <p:spPr>
          <a:xfrm>
            <a:off x="690563" y="9223376"/>
            <a:ext cx="16906875" cy="3489325"/>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Image" descr="Image">
            <a:extLst>
              <a:ext uri="{FF2B5EF4-FFF2-40B4-BE49-F238E27FC236}">
                <a16:creationId xmlns:a16="http://schemas.microsoft.com/office/drawing/2014/main" id="{C622F16E-1996-4522-838E-06774D038F44}"/>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Tree>
    <p:extLst>
      <p:ext uri="{BB962C8B-B14F-4D97-AF65-F5344CB8AC3E}">
        <p14:creationId xmlns:p14="http://schemas.microsoft.com/office/powerpoint/2010/main" val="323481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03_a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317752"/>
            <a:ext cx="16906875" cy="3730624"/>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a:extLst>
              <a:ext uri="{FF2B5EF4-FFF2-40B4-BE49-F238E27FC236}">
                <a16:creationId xmlns:a16="http://schemas.microsoft.com/office/drawing/2014/main" id="{F73C7E28-D3BE-4919-9738-87DDF8327F9C}"/>
              </a:ext>
            </a:extLst>
          </p:cNvPr>
          <p:cNvSpPr>
            <a:spLocks noGrp="1"/>
          </p:cNvSpPr>
          <p:nvPr>
            <p:ph sz="quarter" idx="15"/>
          </p:nvPr>
        </p:nvSpPr>
        <p:spPr>
          <a:xfrm>
            <a:off x="690563" y="6251404"/>
            <a:ext cx="16906875" cy="6461298"/>
          </a:xfrm>
          <a:prstGeom prst="rect">
            <a:avLst/>
          </a:prstGeom>
        </p:spPr>
        <p:txBody>
          <a:bodyPr anchor="ctr">
            <a:normAutofit/>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Image" descr="Image">
            <a:extLst>
              <a:ext uri="{FF2B5EF4-FFF2-40B4-BE49-F238E27FC236}">
                <a16:creationId xmlns:a16="http://schemas.microsoft.com/office/drawing/2014/main" id="{C622F16E-1996-4522-838E-06774D038F44}"/>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Tree>
    <p:extLst>
      <p:ext uri="{BB962C8B-B14F-4D97-AF65-F5344CB8AC3E}">
        <p14:creationId xmlns:p14="http://schemas.microsoft.com/office/powerpoint/2010/main" val="388743805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03_i_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1B9B59-144A-4711-8579-D84023D425D5}"/>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l="62605" t="1099" r="9678"/>
          <a:stretch/>
        </p:blipFill>
        <p:spPr>
          <a:xfrm>
            <a:off x="12439291" y="0"/>
            <a:ext cx="5848709" cy="13716000"/>
          </a:xfrm>
          <a:prstGeom prst="rect">
            <a:avLst/>
          </a:prstGeom>
        </p:spPr>
      </p:pic>
      <p:sp>
        <p:nvSpPr>
          <p:cNvPr id="2" name="Title 1">
            <a:extLst>
              <a:ext uri="{FF2B5EF4-FFF2-40B4-BE49-F238E27FC236}">
                <a16:creationId xmlns:a16="http://schemas.microsoft.com/office/drawing/2014/main" id="{CAB17394-FDC1-4FE3-9861-D1C7AA2EC6A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pic>
        <p:nvPicPr>
          <p:cNvPr id="4" name="Picture 3">
            <a:extLst>
              <a:ext uri="{FF2B5EF4-FFF2-40B4-BE49-F238E27FC236}">
                <a16:creationId xmlns:a16="http://schemas.microsoft.com/office/drawing/2014/main" id="{D71164F5-6B9A-4472-B9DC-B90FDBB369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6576" r="11223"/>
          <a:stretch/>
        </p:blipFill>
        <p:spPr>
          <a:xfrm>
            <a:off x="11493127" y="0"/>
            <a:ext cx="6794873" cy="13716000"/>
          </a:xfrm>
          <a:prstGeom prst="rect">
            <a:avLst/>
          </a:prstGeom>
        </p:spPr>
      </p:pic>
      <p:sp>
        <p:nvSpPr>
          <p:cNvPr id="6" name="Footer Placeholder 3">
            <a:extLst>
              <a:ext uri="{FF2B5EF4-FFF2-40B4-BE49-F238E27FC236}">
                <a16:creationId xmlns:a16="http://schemas.microsoft.com/office/drawing/2014/main" id="{0E3E6AC7-8639-4173-8CB0-556E97720205}"/>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7" name="Slide Number Placeholder 4">
            <a:extLst>
              <a:ext uri="{FF2B5EF4-FFF2-40B4-BE49-F238E27FC236}">
                <a16:creationId xmlns:a16="http://schemas.microsoft.com/office/drawing/2014/main" id="{16A3D8EE-3330-47E9-A59F-B17E332F18B7}"/>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8" name="Content Placeholder 7">
            <a:extLst>
              <a:ext uri="{FF2B5EF4-FFF2-40B4-BE49-F238E27FC236}">
                <a16:creationId xmlns:a16="http://schemas.microsoft.com/office/drawing/2014/main" id="{5F186193-BA24-4969-B94E-56D998D543CF}"/>
              </a:ext>
            </a:extLst>
          </p:cNvPr>
          <p:cNvSpPr>
            <a:spLocks noGrp="1"/>
          </p:cNvSpPr>
          <p:nvPr>
            <p:ph sz="quarter" idx="14"/>
          </p:nvPr>
        </p:nvSpPr>
        <p:spPr>
          <a:xfrm>
            <a:off x="690564" y="2317752"/>
            <a:ext cx="14008847" cy="3730624"/>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7">
            <a:extLst>
              <a:ext uri="{FF2B5EF4-FFF2-40B4-BE49-F238E27FC236}">
                <a16:creationId xmlns:a16="http://schemas.microsoft.com/office/drawing/2014/main" id="{1DA749D1-3518-431F-8E06-86DE129B2976}"/>
              </a:ext>
            </a:extLst>
          </p:cNvPr>
          <p:cNvSpPr>
            <a:spLocks noGrp="1"/>
          </p:cNvSpPr>
          <p:nvPr>
            <p:ph sz="quarter" idx="15"/>
          </p:nvPr>
        </p:nvSpPr>
        <p:spPr>
          <a:xfrm>
            <a:off x="690564" y="6251404"/>
            <a:ext cx="14707932" cy="6461298"/>
          </a:xfrm>
          <a:prstGeom prst="rect">
            <a:avLst/>
          </a:prstGeom>
        </p:spPr>
        <p:txBody>
          <a:bodyPr anchor="ctr">
            <a:normAutofit/>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409664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_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B009B081-7546-4F55-BFC2-33AF268D91FC}"/>
              </a:ext>
            </a:extLst>
          </p:cNvPr>
          <p:cNvSpPr/>
          <p:nvPr userDrawn="1"/>
        </p:nvSpPr>
        <p:spPr>
          <a:xfrm>
            <a:off x="-248931" y="-1932728"/>
            <a:ext cx="10043871" cy="10043871"/>
          </a:xfrm>
          <a:prstGeom prst="ellipse">
            <a:avLst/>
          </a:prstGeom>
          <a:solidFill>
            <a:srgbClr val="FCD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5788041-74B2-47F0-895F-9289B0588D73}"/>
              </a:ext>
            </a:extLst>
          </p:cNvPr>
          <p:cNvSpPr/>
          <p:nvPr userDrawn="1"/>
        </p:nvSpPr>
        <p:spPr>
          <a:xfrm>
            <a:off x="-431320" y="-1863715"/>
            <a:ext cx="10043871" cy="100438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7">
            <a:extLst>
              <a:ext uri="{FF2B5EF4-FFF2-40B4-BE49-F238E27FC236}">
                <a16:creationId xmlns:a16="http://schemas.microsoft.com/office/drawing/2014/main" id="{AA537661-1121-4EB4-97C6-E0C245024532}"/>
              </a:ext>
            </a:extLst>
          </p:cNvPr>
          <p:cNvSpPr>
            <a:spLocks noGrp="1"/>
          </p:cNvSpPr>
          <p:nvPr>
            <p:ph sz="quarter" idx="14"/>
          </p:nvPr>
        </p:nvSpPr>
        <p:spPr>
          <a:xfrm>
            <a:off x="690563" y="2622550"/>
            <a:ext cx="16906875" cy="9790113"/>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a:extLst>
              <a:ext uri="{FF2B5EF4-FFF2-40B4-BE49-F238E27FC236}">
                <a16:creationId xmlns:a16="http://schemas.microsoft.com/office/drawing/2014/main" id="{B40CD3B1-5F5C-43E3-BE9D-F70863B30234}"/>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Tree>
    <p:extLst>
      <p:ext uri="{BB962C8B-B14F-4D97-AF65-F5344CB8AC3E}">
        <p14:creationId xmlns:p14="http://schemas.microsoft.com/office/powerpoint/2010/main" val="228985256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03_b">
    <p:spTree>
      <p:nvGrpSpPr>
        <p:cNvPr id="1" name=""/>
        <p:cNvGrpSpPr/>
        <p:nvPr/>
      </p:nvGrpSpPr>
      <p:grpSpPr>
        <a:xfrm>
          <a:off x="0" y="0"/>
          <a:ext cx="0" cy="0"/>
          <a:chOff x="0" y="0"/>
          <a:chExt cx="0" cy="0"/>
        </a:xfrm>
      </p:grpSpPr>
      <p:pic>
        <p:nvPicPr>
          <p:cNvPr id="6" name="Image" descr="Image">
            <a:extLst>
              <a:ext uri="{FF2B5EF4-FFF2-40B4-BE49-F238E27FC236}">
                <a16:creationId xmlns:a16="http://schemas.microsoft.com/office/drawing/2014/main" id="{610D252C-4405-4533-BFF0-4653A784AFF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1" name="SmartArt Placeholder 10">
            <a:extLst>
              <a:ext uri="{FF2B5EF4-FFF2-40B4-BE49-F238E27FC236}">
                <a16:creationId xmlns:a16="http://schemas.microsoft.com/office/drawing/2014/main" id="{5C6E28AA-43E6-49A5-8910-5AEA7F208978}"/>
              </a:ext>
            </a:extLst>
          </p:cNvPr>
          <p:cNvSpPr>
            <a:spLocks noGrp="1"/>
          </p:cNvSpPr>
          <p:nvPr>
            <p:ph type="dgm" sz="quarter" idx="13"/>
          </p:nvPr>
        </p:nvSpPr>
        <p:spPr>
          <a:xfrm>
            <a:off x="690563" y="2622550"/>
            <a:ext cx="16873537" cy="9790113"/>
          </a:xfrm>
          <a:prstGeom prst="rect">
            <a:avLst/>
          </a:prstGeom>
        </p:spPr>
        <p:txBody>
          <a:bodyPr>
            <a:normAutofit/>
          </a:bodyPr>
          <a:lstStyle/>
          <a:p>
            <a:r>
              <a:rPr lang="en-US"/>
              <a:t>Click icon to add SmartArt graphic</a:t>
            </a:r>
          </a:p>
        </p:txBody>
      </p:sp>
    </p:spTree>
    <p:extLst>
      <p:ext uri="{BB962C8B-B14F-4D97-AF65-F5344CB8AC3E}">
        <p14:creationId xmlns:p14="http://schemas.microsoft.com/office/powerpoint/2010/main" val="260473677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03_l_01_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550F85-36E4-45D3-A952-31D7926CBF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728417"/>
            <a:ext cx="18592800" cy="13111032"/>
          </a:xfrm>
          <a:prstGeom prst="rect">
            <a:avLst/>
          </a:prstGeom>
        </p:spPr>
      </p:pic>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pic>
        <p:nvPicPr>
          <p:cNvPr id="8" name="Image" descr="Image">
            <a:extLst>
              <a:ext uri="{FF2B5EF4-FFF2-40B4-BE49-F238E27FC236}">
                <a16:creationId xmlns:a16="http://schemas.microsoft.com/office/drawing/2014/main" id="{1D7D2330-55C5-4AA3-9971-33642AB4409D}"/>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10" name="Title 1">
            <a:extLst>
              <a:ext uri="{FF2B5EF4-FFF2-40B4-BE49-F238E27FC236}">
                <a16:creationId xmlns:a16="http://schemas.microsoft.com/office/drawing/2014/main" id="{C7935EF3-345C-4F09-9BED-DA7F47B7721D}"/>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9" name="TextBox 8">
            <a:extLst>
              <a:ext uri="{FF2B5EF4-FFF2-40B4-BE49-F238E27FC236}">
                <a16:creationId xmlns:a16="http://schemas.microsoft.com/office/drawing/2014/main" id="{1212F33E-6107-4FB5-B578-C90CA8662193}"/>
              </a:ext>
            </a:extLst>
          </p:cNvPr>
          <p:cNvSpPr txBox="1"/>
          <p:nvPr userDrawn="1"/>
        </p:nvSpPr>
        <p:spPr>
          <a:xfrm>
            <a:off x="690563" y="2622551"/>
            <a:ext cx="16906875" cy="10090150"/>
          </a:xfrm>
          <a:prstGeom prst="rect">
            <a:avLst/>
          </a:prstGeom>
        </p:spPr>
        <p:txBody>
          <a:bodyPr vert="horz" lIns="91440" tIns="45720" rIns="91440" bIns="45720" rtlCol="0">
            <a:normAutofit lnSpcReduction="10000"/>
          </a:bodyPr>
          <a:lstStyle>
            <a:lvl1pPr marL="332814" lvl="0" indent="-332814" algn="l" defTabSz="1331254" eaLnBrk="1" hangingPunct="1">
              <a:lnSpc>
                <a:spcPct val="90000"/>
              </a:lnSpc>
              <a:spcBef>
                <a:spcPts val="6000"/>
              </a:spcBef>
              <a:spcAft>
                <a:spcPts val="1000"/>
              </a:spcAft>
              <a:buSzPct val="160000"/>
              <a:buBlip>
                <a:blip r:embed="rId4"/>
              </a:buBlip>
              <a:defRPr sz="2824" kern="1200">
                <a:solidFill>
                  <a:schemeClr val="tx1"/>
                </a:solidFill>
                <a:latin typeface="Poppins Bold"/>
                <a:ea typeface="+mn-ea"/>
                <a:cs typeface="+mn-cs"/>
              </a:defRPr>
            </a:lvl1pPr>
            <a:lvl2pPr marL="998441" lvl="1" indent="-332814" algn="l" defTabSz="1331254" eaLnBrk="1" hangingPunct="1">
              <a:lnSpc>
                <a:spcPct val="90000"/>
              </a:lnSpc>
              <a:spcAft>
                <a:spcPts val="1000"/>
              </a:spcAft>
              <a:buFont typeface="Droid Sans" panose="020B0606030804020204" pitchFamily="34" charset="0"/>
              <a:buChar char="−"/>
              <a:defRPr sz="2824" kern="1200">
                <a:solidFill>
                  <a:schemeClr val="tx1"/>
                </a:solidFill>
                <a:latin typeface="Poppins Bold"/>
                <a:ea typeface="+mn-ea"/>
                <a:cs typeface="+mn-cs"/>
              </a:defRPr>
            </a:lvl2pPr>
            <a:lvl3pPr marL="1664068" lvl="2"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3pPr>
            <a:lvl4pPr marL="2329695"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4pPr>
            <a:lvl5pPr marL="2995322"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5pPr>
            <a:lvl6pPr marL="3660950"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6pPr>
            <a:lvl7pPr marL="4326577"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7pPr>
            <a:lvl8pPr marL="4992204"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8pPr>
            <a:lvl9pPr marL="5657831"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9pPr>
          </a:lstStyle>
          <a:p>
            <a:pPr marL="1005840" indent="-640080" algn="l" defTabSz="1331254" rtl="0" eaLnBrk="1" latinLnBrk="0" hangingPunct="1">
              <a:lnSpc>
                <a:spcPct val="100000"/>
              </a:lnSpc>
              <a:spcBef>
                <a:spcPts val="4800"/>
              </a:spcBef>
              <a:spcAft>
                <a:spcPts val="1000"/>
              </a:spcAft>
              <a:buSzPct val="160000"/>
              <a:buFontTx/>
              <a:buBlip>
                <a:blip r:embed="rId4"/>
              </a:buBlip>
            </a:pPr>
            <a:r>
              <a:rPr lang="en-US" sz="2600" b="0" kern="1200" dirty="0">
                <a:solidFill>
                  <a:schemeClr val="tx1"/>
                </a:solidFill>
                <a:latin typeface="Poppins" panose="00000500000000000000" pitchFamily="2" charset="0"/>
                <a:ea typeface="+mn-ea"/>
                <a:cs typeface="Poppins" panose="00000500000000000000" pitchFamily="2" charset="0"/>
              </a:rPr>
              <a:t>This is a sensitive topic.  We all have an opportunity to have a more worthwhile conversation by being deliberate and specific in our language and our thinking</a:t>
            </a:r>
          </a:p>
          <a:p>
            <a:pPr marL="1005840" indent="-640080" algn="l" defTabSz="1331254" rtl="0" eaLnBrk="1" latinLnBrk="0" hangingPunct="1">
              <a:lnSpc>
                <a:spcPct val="100000"/>
              </a:lnSpc>
              <a:spcBef>
                <a:spcPts val="3200"/>
              </a:spcBef>
              <a:spcAft>
                <a:spcPts val="1000"/>
              </a:spcAft>
              <a:buSzPct val="160000"/>
              <a:buFontTx/>
              <a:buBlip>
                <a:blip r:embed="rId4"/>
              </a:buBlip>
            </a:pPr>
            <a:r>
              <a:rPr lang="en-US" sz="2600" b="0" kern="1200" dirty="0">
                <a:solidFill>
                  <a:schemeClr val="tx1"/>
                </a:solidFill>
                <a:latin typeface="Poppins" panose="00000500000000000000" pitchFamily="2" charset="0"/>
                <a:ea typeface="+mn-ea"/>
                <a:cs typeface="Poppins" panose="00000500000000000000" pitchFamily="2" charset="0"/>
              </a:rPr>
              <a:t>The intent of conducting this analysis is to provide an initial fact base to inform go-forward policy choices</a:t>
            </a:r>
          </a:p>
          <a:p>
            <a:pPr marL="1206500" lvl="1" indent="-331788" algn="l" defTabSz="1331254" rtl="0" eaLnBrk="1" latinLnBrk="0" hangingPunct="1">
              <a:lnSpc>
                <a:spcPct val="100000"/>
              </a:lnSpc>
              <a:spcBef>
                <a:spcPts val="0"/>
              </a:spcBef>
              <a:spcAft>
                <a:spcPts val="1000"/>
              </a:spcAft>
              <a:buFont typeface="Droid Sans" panose="020B0606030804020204" pitchFamily="34" charset="0"/>
              <a:buChar char="−"/>
            </a:pPr>
            <a:r>
              <a:rPr lang="en-US" sz="2600" b="0" kern="1200" dirty="0">
                <a:solidFill>
                  <a:schemeClr val="tx1"/>
                </a:solidFill>
                <a:latin typeface="Poppins" panose="00000500000000000000" pitchFamily="2" charset="0"/>
                <a:ea typeface="+mn-ea"/>
                <a:cs typeface="Poppins" panose="00000500000000000000" pitchFamily="2" charset="0"/>
              </a:rPr>
              <a:t>Where do we stand on gender representation as a company?</a:t>
            </a:r>
          </a:p>
          <a:p>
            <a:pPr marL="1206500" lvl="1" indent="-331788" algn="l" defTabSz="1331254" rtl="0" eaLnBrk="1" latinLnBrk="0" hangingPunct="1">
              <a:lnSpc>
                <a:spcPct val="100000"/>
              </a:lnSpc>
              <a:spcBef>
                <a:spcPts val="0"/>
              </a:spcBef>
              <a:spcAft>
                <a:spcPts val="1000"/>
              </a:spcAft>
              <a:buFont typeface="Droid Sans" panose="020B0606030804020204" pitchFamily="34" charset="0"/>
              <a:buChar char="−"/>
            </a:pPr>
            <a:r>
              <a:rPr lang="en-US" sz="2600" b="0" kern="1200" dirty="0">
                <a:solidFill>
                  <a:schemeClr val="tx1"/>
                </a:solidFill>
                <a:latin typeface="Poppins" panose="00000500000000000000" pitchFamily="2" charset="0"/>
                <a:ea typeface="+mn-ea"/>
                <a:cs typeface="Poppins" panose="00000500000000000000" pitchFamily="2" charset="0"/>
              </a:rPr>
              <a:t>Are there particular departments or managers that stand out from a gender representation or pay equity standpoint?</a:t>
            </a:r>
          </a:p>
          <a:p>
            <a:pPr marL="1206500" lvl="1" indent="-331788" algn="l" defTabSz="1331254" rtl="0" eaLnBrk="1" latinLnBrk="0" hangingPunct="1">
              <a:lnSpc>
                <a:spcPct val="100000"/>
              </a:lnSpc>
              <a:spcBef>
                <a:spcPts val="0"/>
              </a:spcBef>
              <a:spcAft>
                <a:spcPts val="1000"/>
              </a:spcAft>
              <a:buFont typeface="Droid Sans" panose="020B0606030804020204" pitchFamily="34" charset="0"/>
              <a:buChar char="−"/>
            </a:pPr>
            <a:r>
              <a:rPr lang="en-US" sz="2600" b="0" kern="1200" dirty="0">
                <a:solidFill>
                  <a:schemeClr val="tx1"/>
                </a:solidFill>
                <a:latin typeface="Poppins" panose="00000500000000000000" pitchFamily="2" charset="0"/>
                <a:ea typeface="+mn-ea"/>
                <a:cs typeface="Poppins" panose="00000500000000000000" pitchFamily="2" charset="0"/>
              </a:rPr>
              <a:t>Is there any correlation between tenure at our organization and gender pay equity?</a:t>
            </a:r>
          </a:p>
          <a:p>
            <a:pPr marL="1005840" marR="0" indent="-640080" algn="l" defTabSz="1331254" rtl="0" eaLnBrk="1" fontAlgn="auto" latinLnBrk="0" hangingPunct="1">
              <a:lnSpc>
                <a:spcPct val="100000"/>
              </a:lnSpc>
              <a:spcBef>
                <a:spcPts val="3200"/>
              </a:spcBef>
              <a:spcAft>
                <a:spcPts val="1000"/>
              </a:spcAft>
              <a:buClrTx/>
              <a:buSzPct val="160000"/>
              <a:buFontTx/>
              <a:buBlip>
                <a:blip r:embed="rId4"/>
              </a:buBlip>
              <a:tabLst/>
            </a:pPr>
            <a:r>
              <a:rPr kumimoji="0" lang="en-US" sz="2600" b="0" i="0" u="none" strike="noStrike" kern="1200" cap="none" spc="0" normalizeH="0" baseline="0" dirty="0">
                <a:ln>
                  <a:noFill/>
                </a:ln>
                <a:solidFill>
                  <a:schemeClr val="tx1"/>
                </a:solidFill>
                <a:effectLst/>
                <a:uFillTx/>
                <a:latin typeface="Poppins" panose="00000500000000000000" pitchFamily="2" charset="0"/>
                <a:ea typeface="+mn-ea"/>
                <a:cs typeface="Poppins" panose="00000500000000000000" pitchFamily="2" charset="0"/>
                <a:sym typeface="Helvetica Neue"/>
              </a:rPr>
              <a:t>It is not appropriate to interpret every gender-based difference as an outgrowth of company policy</a:t>
            </a:r>
          </a:p>
          <a:p>
            <a:pPr marL="1206500" lvl="1" indent="-331788" algn="l" defTabSz="1331254" rtl="0" eaLnBrk="1" latinLnBrk="0" hangingPunct="1">
              <a:lnSpc>
                <a:spcPct val="100000"/>
              </a:lnSpc>
              <a:spcBef>
                <a:spcPts val="0"/>
              </a:spcBef>
              <a:spcAft>
                <a:spcPts val="1000"/>
              </a:spcAft>
              <a:buFont typeface="Droid Sans" panose="020B0606030804020204" pitchFamily="34" charset="0"/>
              <a:buChar char="−"/>
            </a:pPr>
            <a:r>
              <a:rPr lang="en-US" sz="2600" b="0" kern="1200" dirty="0">
                <a:solidFill>
                  <a:schemeClr val="tx1"/>
                </a:solidFill>
                <a:latin typeface="Poppins" panose="00000500000000000000" pitchFamily="2" charset="0"/>
                <a:ea typeface="+mn-ea"/>
                <a:cs typeface="Poppins" panose="00000500000000000000" pitchFamily="2" charset="0"/>
              </a:rPr>
              <a:t>Men and women in the workforce at large are not statistically identical in their representation, in their credentials, or in their responses to survey questions related to their life priorities and career interests</a:t>
            </a:r>
          </a:p>
          <a:p>
            <a:pPr marL="1005840" marR="0" lvl="0" indent="-640080" algn="l" defTabSz="1331254" rtl="0" eaLnBrk="1" fontAlgn="auto" latinLnBrk="0" hangingPunct="1">
              <a:lnSpc>
                <a:spcPct val="100000"/>
              </a:lnSpc>
              <a:spcBef>
                <a:spcPts val="3200"/>
              </a:spcBef>
              <a:spcAft>
                <a:spcPts val="1000"/>
              </a:spcAft>
              <a:buClrTx/>
              <a:buSzPct val="160000"/>
              <a:buFontTx/>
              <a:buBlip>
                <a:blip r:embed="rId4"/>
              </a:buBlip>
              <a:tabLst/>
            </a:pPr>
            <a:r>
              <a:rPr kumimoji="0" lang="en-US" sz="2600" b="0" i="0" u="none" strike="noStrike" kern="1200" cap="none" spc="0" normalizeH="0" baseline="0" dirty="0">
                <a:ln>
                  <a:noFill/>
                </a:ln>
                <a:solidFill>
                  <a:schemeClr val="tx1"/>
                </a:solidFill>
                <a:effectLst/>
                <a:uFillTx/>
                <a:latin typeface="Poppins" panose="00000500000000000000" pitchFamily="2" charset="0"/>
                <a:ea typeface="+mn-ea"/>
                <a:cs typeface="Poppins" panose="00000500000000000000" pitchFamily="2" charset="0"/>
                <a:sym typeface="Helvetica Neue"/>
              </a:rPr>
              <a:t>To the extent that particular areas of our workforce show larger differences gender differences, we have a few options:</a:t>
            </a:r>
          </a:p>
          <a:p>
            <a:pPr marL="1206500" lvl="1" indent="-331788" algn="l" defTabSz="1331254" rtl="0" eaLnBrk="1" latinLnBrk="0" hangingPunct="1">
              <a:lnSpc>
                <a:spcPct val="100000"/>
              </a:lnSpc>
              <a:spcBef>
                <a:spcPts val="0"/>
              </a:spcBef>
              <a:spcAft>
                <a:spcPts val="1000"/>
              </a:spcAft>
              <a:buFont typeface="Droid Sans" panose="020B0606030804020204" pitchFamily="34" charset="0"/>
              <a:buChar char="−"/>
            </a:pPr>
            <a:r>
              <a:rPr lang="en-US" sz="2600" b="0" kern="1200" dirty="0">
                <a:solidFill>
                  <a:schemeClr val="tx1"/>
                </a:solidFill>
                <a:latin typeface="Poppins" panose="00000500000000000000" pitchFamily="2" charset="0"/>
                <a:ea typeface="+mn-ea"/>
                <a:cs typeface="Poppins" panose="00000500000000000000" pitchFamily="2" charset="0"/>
              </a:rPr>
              <a:t>Consider targeted surveys or focus groups to learn more about details</a:t>
            </a:r>
          </a:p>
          <a:p>
            <a:pPr marL="1206500" marR="0" lvl="1" indent="-331788" algn="l" defTabSz="1331254" rtl="0" eaLnBrk="1" fontAlgn="auto" latinLnBrk="0" hangingPunct="1">
              <a:lnSpc>
                <a:spcPct val="100000"/>
              </a:lnSpc>
              <a:spcBef>
                <a:spcPts val="0"/>
              </a:spcBef>
              <a:spcAft>
                <a:spcPts val="1000"/>
              </a:spcAft>
              <a:buClrTx/>
              <a:buSzTx/>
              <a:buFont typeface="Droid Sans" panose="020B0606030804020204" pitchFamily="34" charset="0"/>
              <a:buChar char="−"/>
              <a:tabLst/>
              <a:defRPr/>
            </a:pPr>
            <a:r>
              <a:rPr lang="en-US" sz="2600" b="0" kern="1200" dirty="0">
                <a:solidFill>
                  <a:schemeClr val="tx1"/>
                </a:solidFill>
                <a:latin typeface="Poppins" panose="00000500000000000000" pitchFamily="2" charset="0"/>
                <a:ea typeface="+mn-ea"/>
                <a:cs typeface="Poppins" panose="00000500000000000000" pitchFamily="2" charset="0"/>
              </a:rPr>
              <a:t>Create a performance management process with clearly-defined competencies that can be applied consistently by different managers</a:t>
            </a:r>
          </a:p>
          <a:p>
            <a:pPr marL="1206500" marR="0" lvl="1" indent="-331788" algn="l" defTabSz="1331254" rtl="0" eaLnBrk="1" fontAlgn="auto" latinLnBrk="0" hangingPunct="1">
              <a:lnSpc>
                <a:spcPct val="100000"/>
              </a:lnSpc>
              <a:spcBef>
                <a:spcPts val="0"/>
              </a:spcBef>
              <a:spcAft>
                <a:spcPts val="1000"/>
              </a:spcAft>
              <a:buClrTx/>
              <a:buSzTx/>
              <a:buFont typeface="Droid Sans" panose="020B0606030804020204" pitchFamily="34" charset="0"/>
              <a:buChar char="−"/>
              <a:tabLst/>
              <a:defRPr/>
            </a:pPr>
            <a:r>
              <a:rPr lang="en-US" sz="2600" b="0" kern="1200" dirty="0">
                <a:solidFill>
                  <a:schemeClr val="tx1"/>
                </a:solidFill>
                <a:latin typeface="Poppins" panose="00000500000000000000" pitchFamily="2" charset="0"/>
                <a:ea typeface="+mn-ea"/>
                <a:cs typeface="Poppins" panose="00000500000000000000" pitchFamily="2" charset="0"/>
              </a:rPr>
              <a:t>Continue to monitor trends in gender representation and pay equity to determine the impact of policies</a:t>
            </a:r>
          </a:p>
        </p:txBody>
      </p:sp>
    </p:spTree>
    <p:extLst>
      <p:ext uri="{BB962C8B-B14F-4D97-AF65-F5344CB8AC3E}">
        <p14:creationId xmlns:p14="http://schemas.microsoft.com/office/powerpoint/2010/main" val="424055844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03_c">
    <p:spTree>
      <p:nvGrpSpPr>
        <p:cNvPr id="1" name=""/>
        <p:cNvGrpSpPr/>
        <p:nvPr/>
      </p:nvGrpSpPr>
      <p:grpSpPr>
        <a:xfrm>
          <a:off x="0" y="0"/>
          <a:ext cx="0" cy="0"/>
          <a:chOff x="0" y="0"/>
          <a:chExt cx="0" cy="0"/>
        </a:xfrm>
      </p:grpSpPr>
      <p:pic>
        <p:nvPicPr>
          <p:cNvPr id="8" name="Image" descr="Image">
            <a:extLst>
              <a:ext uri="{FF2B5EF4-FFF2-40B4-BE49-F238E27FC236}">
                <a16:creationId xmlns:a16="http://schemas.microsoft.com/office/drawing/2014/main" id="{57B55115-F3E4-49A4-8C28-6D8ECE818345}"/>
              </a:ext>
            </a:extLst>
          </p:cNvPr>
          <p:cNvPicPr>
            <a:picLocks noChangeAspect="1"/>
          </p:cNvPicPr>
          <p:nvPr userDrawn="1"/>
        </p:nvPicPr>
        <p:blipFill rotWithShape="1">
          <a:blip r:embed="rId2">
            <a:alphaModFix amt="53262"/>
            <a:duotone>
              <a:schemeClr val="accent1">
                <a:shade val="45000"/>
                <a:satMod val="135000"/>
              </a:schemeClr>
              <a:prstClr val="white"/>
            </a:duotone>
          </a:blip>
          <a:srcRect r="34093" b="26071"/>
          <a:stretch/>
        </p:blipFill>
        <p:spPr>
          <a:xfrm>
            <a:off x="6326738" y="-113280"/>
            <a:ext cx="11961262" cy="13829280"/>
          </a:xfrm>
          <a:prstGeom prst="rect">
            <a:avLst/>
          </a:prstGeom>
          <a:ln w="12700">
            <a:miter lim="400000"/>
          </a:ln>
        </p:spPr>
      </p:pic>
      <p:pic>
        <p:nvPicPr>
          <p:cNvPr id="10" name="Image" descr="Image">
            <a:extLst>
              <a:ext uri="{FF2B5EF4-FFF2-40B4-BE49-F238E27FC236}">
                <a16:creationId xmlns:a16="http://schemas.microsoft.com/office/drawing/2014/main" id="{D8DAA96A-7A98-4578-944D-8D3B5DD663D2}"/>
              </a:ext>
            </a:extLst>
          </p:cNvPr>
          <p:cNvPicPr>
            <a:picLocks noChangeAspect="1"/>
          </p:cNvPicPr>
          <p:nvPr userDrawn="1"/>
        </p:nvPicPr>
        <p:blipFill rotWithShape="1">
          <a:blip r:embed="rId2">
            <a:duotone>
              <a:schemeClr val="accent1">
                <a:shade val="45000"/>
                <a:satMod val="135000"/>
              </a:schemeClr>
              <a:prstClr val="white"/>
            </a:duotone>
          </a:blip>
          <a:srcRect r="36215" b="26071"/>
          <a:stretch/>
        </p:blipFill>
        <p:spPr>
          <a:xfrm>
            <a:off x="6711813" y="-113280"/>
            <a:ext cx="11576188" cy="13829280"/>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Table Placeholder 8">
            <a:extLst>
              <a:ext uri="{FF2B5EF4-FFF2-40B4-BE49-F238E27FC236}">
                <a16:creationId xmlns:a16="http://schemas.microsoft.com/office/drawing/2014/main" id="{08600701-8776-49CC-B7D7-2F8225B0213D}"/>
              </a:ext>
            </a:extLst>
          </p:cNvPr>
          <p:cNvSpPr>
            <a:spLocks noGrp="1"/>
          </p:cNvSpPr>
          <p:nvPr>
            <p:ph type="tbl" sz="quarter" idx="14"/>
          </p:nvPr>
        </p:nvSpPr>
        <p:spPr>
          <a:xfrm>
            <a:off x="4479925" y="3914775"/>
            <a:ext cx="9236075" cy="7021513"/>
          </a:xfrm>
          <a:prstGeom prst="rect">
            <a:avLst/>
          </a:prstGeom>
        </p:spPr>
        <p:txBody>
          <a:bodyPr/>
          <a:lstStyle/>
          <a:p>
            <a:r>
              <a:rPr lang="en-US"/>
              <a:t>Click icon to add table</a:t>
            </a:r>
          </a:p>
        </p:txBody>
      </p:sp>
    </p:spTree>
    <p:extLst>
      <p:ext uri="{BB962C8B-B14F-4D97-AF65-F5344CB8AC3E}">
        <p14:creationId xmlns:p14="http://schemas.microsoft.com/office/powerpoint/2010/main" val="118093679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03_d">
    <p:spTree>
      <p:nvGrpSpPr>
        <p:cNvPr id="1" name=""/>
        <p:cNvGrpSpPr/>
        <p:nvPr/>
      </p:nvGrpSpPr>
      <p:grpSpPr>
        <a:xfrm>
          <a:off x="0" y="0"/>
          <a:ext cx="0" cy="0"/>
          <a:chOff x="0" y="0"/>
          <a:chExt cx="0" cy="0"/>
        </a:xfrm>
      </p:grpSpPr>
      <p:pic>
        <p:nvPicPr>
          <p:cNvPr id="6" name="Image" descr="Image">
            <a:extLst>
              <a:ext uri="{FF2B5EF4-FFF2-40B4-BE49-F238E27FC236}">
                <a16:creationId xmlns:a16="http://schemas.microsoft.com/office/drawing/2014/main" id="{610D252C-4405-4533-BFF0-4653A784AFF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8" name="Content Placeholder 8">
            <a:extLst>
              <a:ext uri="{FF2B5EF4-FFF2-40B4-BE49-F238E27FC236}">
                <a16:creationId xmlns:a16="http://schemas.microsoft.com/office/drawing/2014/main" id="{DB1B5037-6989-47DE-B7B7-A74160A8DE08}"/>
              </a:ext>
            </a:extLst>
          </p:cNvPr>
          <p:cNvSpPr>
            <a:spLocks noGrp="1"/>
          </p:cNvSpPr>
          <p:nvPr>
            <p:ph sz="quarter" idx="15"/>
          </p:nvPr>
        </p:nvSpPr>
        <p:spPr>
          <a:xfrm>
            <a:off x="723900" y="2647681"/>
            <a:ext cx="16840200" cy="6408678"/>
          </a:xfrm>
          <a:prstGeom prst="rect">
            <a:avLst/>
          </a:prstGeom>
        </p:spPr>
        <p:txBody>
          <a:bodyPr vert="horz" lIns="91440" tIns="45720" rIns="91440" bIns="45720" rtlCol="0" anchor="t">
            <a:normAutofit/>
          </a:bodyPr>
          <a:lstStyle>
            <a:lvl1pPr algn="l">
              <a:defRPr lang="en-US" smtClean="0"/>
            </a:lvl1pPr>
            <a:lvl2pPr algn="l">
              <a:defRPr lang="en-US" smtClean="0"/>
            </a:lvl2pPr>
            <a:lvl3pPr algn="l">
              <a:defRPr lang="en-US" smtClean="0"/>
            </a:lvl3pPr>
            <a:lvl4pPr algn="l">
              <a:defRPr lang="en-US" smtClean="0"/>
            </a:lvl4pPr>
            <a:lvl5pPr algn="l">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951E1C68-A144-4620-BE10-EF879EC157BE}"/>
              </a:ext>
            </a:extLst>
          </p:cNvPr>
          <p:cNvSpPr>
            <a:spLocks noGrp="1"/>
          </p:cNvSpPr>
          <p:nvPr>
            <p:ph sz="quarter" idx="16"/>
          </p:nvPr>
        </p:nvSpPr>
        <p:spPr>
          <a:xfrm>
            <a:off x="723900" y="7142675"/>
            <a:ext cx="16840200" cy="5376087"/>
          </a:xfrm>
          <a:prstGeom prst="rect">
            <a:avLst/>
          </a:prstGeom>
        </p:spPr>
        <p:txBody>
          <a:bodyPr vert="horz" lIns="91440" tIns="45720" rIns="91440" bIns="45720" rtlCol="0" anchor="t">
            <a:normAutofit/>
          </a:bodyPr>
          <a:lstStyle>
            <a:lvl1pPr algn="l">
              <a:defRPr lang="en-US" smtClean="0"/>
            </a:lvl1pPr>
            <a:lvl2pPr algn="l">
              <a:defRPr lang="en-US" smtClean="0"/>
            </a:lvl2pPr>
            <a:lvl3pPr algn="l">
              <a:defRPr lang="en-US" smtClean="0"/>
            </a:lvl3pPr>
            <a:lvl4pPr algn="l">
              <a:defRPr lang="en-US" smtClean="0"/>
            </a:lvl4pPr>
            <a:lvl5pPr algn="l">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3351337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02_f_10">
    <p:spTree>
      <p:nvGrpSpPr>
        <p:cNvPr id="1" name=""/>
        <p:cNvGrpSpPr/>
        <p:nvPr/>
      </p:nvGrpSpPr>
      <p:grpSpPr>
        <a:xfrm>
          <a:off x="0" y="0"/>
          <a:ext cx="0" cy="0"/>
          <a:chOff x="0" y="0"/>
          <a:chExt cx="0" cy="0"/>
        </a:xfrm>
      </p:grpSpPr>
      <p:pic>
        <p:nvPicPr>
          <p:cNvPr id="10" name="Image" descr="Image">
            <a:extLst>
              <a:ext uri="{FF2B5EF4-FFF2-40B4-BE49-F238E27FC236}">
                <a16:creationId xmlns:a16="http://schemas.microsoft.com/office/drawing/2014/main" id="{104FE120-2F54-4301-B8F5-1C926C1B23C9}"/>
              </a:ext>
            </a:extLst>
          </p:cNvPr>
          <p:cNvPicPr>
            <a:picLocks noChangeAspect="1"/>
          </p:cNvPicPr>
          <p:nvPr userDrawn="1"/>
        </p:nvPicPr>
        <p:blipFill rotWithShape="1">
          <a:blip r:embed="rId2">
            <a:alphaModFix amt="19625"/>
          </a:blip>
          <a:srcRect t="-1" b="769"/>
          <a:stretch/>
        </p:blipFill>
        <p:spPr>
          <a:xfrm flipH="1">
            <a:off x="-3526" y="5387163"/>
            <a:ext cx="7683501" cy="8330184"/>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329132"/>
            <a:ext cx="14761367" cy="9859909"/>
          </a:xfrm>
          <a:prstGeom prst="rect">
            <a:avLst/>
          </a:prstGeom>
        </p:spPr>
        <p:txBody>
          <a:bodyPr vert="horz" lIns="91440" tIns="45720" rIns="91440" bIns="45720" rtlCol="0" anchor="ctr">
            <a:noAutofit/>
          </a:bodyPr>
          <a:lstStyle>
            <a:lvl1pPr algn="ctr">
              <a:defRPr lang="en-US" smtClean="0"/>
            </a:lvl1pPr>
            <a:lvl2pPr algn="ctr">
              <a:defRPr lang="en-US" smtClean="0"/>
            </a:lvl2pPr>
            <a:lvl3pPr algn="ctr">
              <a:defRPr lang="en-US" smtClean="0"/>
            </a:lvl3pPr>
            <a:lvl4pPr algn="ctr">
              <a:defRPr lang="en-US" smtClean="0"/>
            </a:lvl4pPr>
            <a:lvl5pPr algn="ct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0" name="Group 19">
            <a:extLst>
              <a:ext uri="{FF2B5EF4-FFF2-40B4-BE49-F238E27FC236}">
                <a16:creationId xmlns:a16="http://schemas.microsoft.com/office/drawing/2014/main" id="{4D2AF8B5-5FC0-4CCB-82BE-0869F4FADB6D}"/>
              </a:ext>
            </a:extLst>
          </p:cNvPr>
          <p:cNvGrpSpPr/>
          <p:nvPr userDrawn="1"/>
        </p:nvGrpSpPr>
        <p:grpSpPr>
          <a:xfrm>
            <a:off x="10948024" y="1347784"/>
            <a:ext cx="5579707" cy="766941"/>
            <a:chOff x="2701431" y="6715857"/>
            <a:chExt cx="5579707" cy="766941"/>
          </a:xfrm>
        </p:grpSpPr>
        <p:grpSp>
          <p:nvGrpSpPr>
            <p:cNvPr id="21" name="Group 20">
              <a:extLst>
                <a:ext uri="{FF2B5EF4-FFF2-40B4-BE49-F238E27FC236}">
                  <a16:creationId xmlns:a16="http://schemas.microsoft.com/office/drawing/2014/main" id="{61B4F70C-0CFC-4899-A70F-B036B1C40A42}"/>
                </a:ext>
              </a:extLst>
            </p:cNvPr>
            <p:cNvGrpSpPr/>
            <p:nvPr/>
          </p:nvGrpSpPr>
          <p:grpSpPr>
            <a:xfrm>
              <a:off x="4071202" y="6715857"/>
              <a:ext cx="4209936" cy="756539"/>
              <a:chOff x="3660372" y="1055923"/>
              <a:chExt cx="4209936" cy="756539"/>
            </a:xfrm>
          </p:grpSpPr>
          <p:sp>
            <p:nvSpPr>
              <p:cNvPr id="23" name="Arrow: Right 22">
                <a:extLst>
                  <a:ext uri="{FF2B5EF4-FFF2-40B4-BE49-F238E27FC236}">
                    <a16:creationId xmlns:a16="http://schemas.microsoft.com/office/drawing/2014/main" id="{F538CF45-57B8-4794-8D75-D6B998540ADC}"/>
                  </a:ext>
                </a:extLst>
              </p:cNvPr>
              <p:cNvSpPr/>
              <p:nvPr/>
            </p:nvSpPr>
            <p:spPr>
              <a:xfrm>
                <a:off x="5395609" y="1371600"/>
                <a:ext cx="2332603" cy="440862"/>
              </a:xfrm>
              <a:prstGeom prst="rightArrow">
                <a:avLst/>
              </a:prstGeom>
              <a:gradFill flip="none" rotWithShape="1">
                <a:gsLst>
                  <a:gs pos="0">
                    <a:srgbClr val="D4CCD6"/>
                  </a:gs>
                  <a:gs pos="100000">
                    <a:srgbClr val="778FD9"/>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anose="00000500000000000000" pitchFamily="2" charset="0"/>
                  <a:cs typeface="Poppins" panose="00000500000000000000" pitchFamily="2" charset="0"/>
                </a:endParaRPr>
              </a:p>
            </p:txBody>
          </p:sp>
          <p:sp>
            <p:nvSpPr>
              <p:cNvPr id="24" name="Arrow: Right 23">
                <a:extLst>
                  <a:ext uri="{FF2B5EF4-FFF2-40B4-BE49-F238E27FC236}">
                    <a16:creationId xmlns:a16="http://schemas.microsoft.com/office/drawing/2014/main" id="{94F37D17-8CBE-451B-BBEA-043B8F93E58A}"/>
                  </a:ext>
                </a:extLst>
              </p:cNvPr>
              <p:cNvSpPr/>
              <p:nvPr/>
            </p:nvSpPr>
            <p:spPr>
              <a:xfrm flipH="1">
                <a:off x="4008769" y="1371600"/>
                <a:ext cx="2332603" cy="440862"/>
              </a:xfrm>
              <a:prstGeom prst="rightArrow">
                <a:avLst/>
              </a:prstGeom>
              <a:gradFill flip="none" rotWithShape="1">
                <a:gsLst>
                  <a:gs pos="0">
                    <a:srgbClr val="D4CCD6"/>
                  </a:gs>
                  <a:gs pos="55000">
                    <a:srgbClr val="F7947B"/>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anose="00000500000000000000" pitchFamily="2" charset="0"/>
                  <a:cs typeface="Poppins" panose="00000500000000000000" pitchFamily="2" charset="0"/>
                </a:endParaRPr>
              </a:p>
            </p:txBody>
          </p:sp>
          <p:sp>
            <p:nvSpPr>
              <p:cNvPr id="25" name="TextBox 24">
                <a:extLst>
                  <a:ext uri="{FF2B5EF4-FFF2-40B4-BE49-F238E27FC236}">
                    <a16:creationId xmlns:a16="http://schemas.microsoft.com/office/drawing/2014/main" id="{36FF1445-09C7-449C-97EF-6D4B64B7B50E}"/>
                  </a:ext>
                </a:extLst>
              </p:cNvPr>
              <p:cNvSpPr txBox="1"/>
              <p:nvPr/>
            </p:nvSpPr>
            <p:spPr>
              <a:xfrm>
                <a:off x="6358356" y="1055923"/>
                <a:ext cx="1511952"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Male skew</a:t>
                </a:r>
              </a:p>
            </p:txBody>
          </p:sp>
          <p:sp>
            <p:nvSpPr>
              <p:cNvPr id="26" name="TextBox 25">
                <a:extLst>
                  <a:ext uri="{FF2B5EF4-FFF2-40B4-BE49-F238E27FC236}">
                    <a16:creationId xmlns:a16="http://schemas.microsoft.com/office/drawing/2014/main" id="{4248A297-EA1C-4009-8C41-B00BB4D089B9}"/>
                  </a:ext>
                </a:extLst>
              </p:cNvPr>
              <p:cNvSpPr txBox="1"/>
              <p:nvPr/>
            </p:nvSpPr>
            <p:spPr>
              <a:xfrm>
                <a:off x="3660372" y="1068623"/>
                <a:ext cx="1843774"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Female skew</a:t>
                </a:r>
              </a:p>
            </p:txBody>
          </p:sp>
        </p:grpSp>
        <p:sp>
          <p:nvSpPr>
            <p:cNvPr id="22" name="TextBox 21">
              <a:extLst>
                <a:ext uri="{FF2B5EF4-FFF2-40B4-BE49-F238E27FC236}">
                  <a16:creationId xmlns:a16="http://schemas.microsoft.com/office/drawing/2014/main" id="{D6B450B5-3E1F-4F30-B14B-9C410B98FB65}"/>
                </a:ext>
              </a:extLst>
            </p:cNvPr>
            <p:cNvSpPr txBox="1"/>
            <p:nvPr/>
          </p:nvSpPr>
          <p:spPr>
            <a:xfrm>
              <a:off x="2701431" y="7082688"/>
              <a:ext cx="1651414"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Color code:</a:t>
              </a:r>
            </a:p>
          </p:txBody>
        </p:sp>
      </p:grpSp>
      <p:sp>
        <p:nvSpPr>
          <p:cNvPr id="16" name="Text Placeholder 5">
            <a:extLst>
              <a:ext uri="{FF2B5EF4-FFF2-40B4-BE49-F238E27FC236}">
                <a16:creationId xmlns:a16="http://schemas.microsoft.com/office/drawing/2014/main" id="{733A5B7A-E448-486C-9BC2-098B745E6DE2}"/>
              </a:ext>
            </a:extLst>
          </p:cNvPr>
          <p:cNvSpPr>
            <a:spLocks noGrp="1"/>
          </p:cNvSpPr>
          <p:nvPr>
            <p:ph type="body" sz="quarter" idx="16"/>
          </p:nvPr>
        </p:nvSpPr>
        <p:spPr>
          <a:xfrm>
            <a:off x="534055" y="2791865"/>
            <a:ext cx="2416179" cy="2916507"/>
          </a:xfrm>
          <a:solidFill>
            <a:srgbClr val="F66F4A"/>
          </a:solidFill>
        </p:spPr>
        <p:txBody>
          <a:bodyPr anchor="ctr">
            <a:normAutofit/>
          </a:bodyPr>
          <a:lstStyle>
            <a:lvl1pPr marL="365760" indent="0">
              <a:buNone/>
              <a:defRPr sz="2400">
                <a:solidFill>
                  <a:srgbClr val="FFFFFF"/>
                </a:solidFill>
              </a:defRPr>
            </a:lvl1pPr>
          </a:lstStyle>
          <a:p>
            <a:pPr lvl="0"/>
            <a:r>
              <a:rPr lang="en-US"/>
              <a:t>Click to edit Master text styles</a:t>
            </a:r>
          </a:p>
        </p:txBody>
      </p:sp>
      <p:sp>
        <p:nvSpPr>
          <p:cNvPr id="17" name="Text Placeholder 5">
            <a:extLst>
              <a:ext uri="{FF2B5EF4-FFF2-40B4-BE49-F238E27FC236}">
                <a16:creationId xmlns:a16="http://schemas.microsoft.com/office/drawing/2014/main" id="{7A41D119-2835-479E-8C75-66FAA989F11B}"/>
              </a:ext>
            </a:extLst>
          </p:cNvPr>
          <p:cNvSpPr>
            <a:spLocks noGrp="1"/>
          </p:cNvSpPr>
          <p:nvPr>
            <p:ph type="body" sz="quarter" idx="17"/>
          </p:nvPr>
        </p:nvSpPr>
        <p:spPr>
          <a:xfrm>
            <a:off x="534055" y="8007628"/>
            <a:ext cx="2416179" cy="2916507"/>
          </a:xfrm>
          <a:solidFill>
            <a:srgbClr val="F66F4A"/>
          </a:solidFill>
        </p:spPr>
        <p:txBody>
          <a:bodyPr anchor="ctr">
            <a:normAutofit/>
          </a:bodyPr>
          <a:lstStyle>
            <a:lvl1pPr marL="365760" indent="0">
              <a:buNone/>
              <a:defRPr sz="2400">
                <a:solidFill>
                  <a:srgbClr val="FFFFFF"/>
                </a:solidFill>
              </a:defRPr>
            </a:lvl1pPr>
          </a:lstStyle>
          <a:p>
            <a:pPr lvl="0"/>
            <a:r>
              <a:rPr lang="en-US"/>
              <a:t>Click to edit Master text styles</a:t>
            </a:r>
          </a:p>
        </p:txBody>
      </p:sp>
    </p:spTree>
    <p:extLst>
      <p:ext uri="{BB962C8B-B14F-4D97-AF65-F5344CB8AC3E}">
        <p14:creationId xmlns:p14="http://schemas.microsoft.com/office/powerpoint/2010/main" val="108772832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02_f_10_b">
    <p:spTree>
      <p:nvGrpSpPr>
        <p:cNvPr id="1" name=""/>
        <p:cNvGrpSpPr/>
        <p:nvPr/>
      </p:nvGrpSpPr>
      <p:grpSpPr>
        <a:xfrm>
          <a:off x="0" y="0"/>
          <a:ext cx="0" cy="0"/>
          <a:chOff x="0" y="0"/>
          <a:chExt cx="0" cy="0"/>
        </a:xfrm>
      </p:grpSpPr>
      <p:pic>
        <p:nvPicPr>
          <p:cNvPr id="10" name="Image" descr="Image">
            <a:extLst>
              <a:ext uri="{FF2B5EF4-FFF2-40B4-BE49-F238E27FC236}">
                <a16:creationId xmlns:a16="http://schemas.microsoft.com/office/drawing/2014/main" id="{104FE120-2F54-4301-B8F5-1C926C1B23C9}"/>
              </a:ext>
            </a:extLst>
          </p:cNvPr>
          <p:cNvPicPr>
            <a:picLocks noChangeAspect="1"/>
          </p:cNvPicPr>
          <p:nvPr userDrawn="1"/>
        </p:nvPicPr>
        <p:blipFill rotWithShape="1">
          <a:blip r:embed="rId2">
            <a:alphaModFix amt="19625"/>
          </a:blip>
          <a:srcRect t="-1" b="769"/>
          <a:stretch/>
        </p:blipFill>
        <p:spPr>
          <a:xfrm flipH="1">
            <a:off x="-3526" y="5387163"/>
            <a:ext cx="7683501" cy="8330184"/>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329132"/>
            <a:ext cx="14761367" cy="9859909"/>
          </a:xfrm>
          <a:prstGeom prst="rect">
            <a:avLst/>
          </a:prstGeom>
        </p:spPr>
        <p:txBody>
          <a:bodyPr vert="horz" lIns="91440" tIns="45720" rIns="91440" bIns="45720" rtlCol="0" anchor="ctr">
            <a:noAutofit/>
          </a:bodyPr>
          <a:lstStyle>
            <a:lvl1pPr algn="ctr">
              <a:defRPr lang="en-US" smtClean="0"/>
            </a:lvl1pPr>
            <a:lvl2pPr algn="ctr">
              <a:defRPr lang="en-US" smtClean="0"/>
            </a:lvl2pPr>
            <a:lvl3pPr algn="ctr">
              <a:defRPr lang="en-US" smtClean="0"/>
            </a:lvl3pPr>
            <a:lvl4pPr algn="ctr">
              <a:defRPr lang="en-US" smtClean="0"/>
            </a:lvl4pPr>
            <a:lvl5pPr algn="ct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oup 7">
            <a:extLst>
              <a:ext uri="{FF2B5EF4-FFF2-40B4-BE49-F238E27FC236}">
                <a16:creationId xmlns:a16="http://schemas.microsoft.com/office/drawing/2014/main" id="{FA804926-A6C8-4852-8399-EF461F3AF8B6}"/>
              </a:ext>
            </a:extLst>
          </p:cNvPr>
          <p:cNvGrpSpPr/>
          <p:nvPr userDrawn="1"/>
        </p:nvGrpSpPr>
        <p:grpSpPr>
          <a:xfrm>
            <a:off x="10827258" y="1367777"/>
            <a:ext cx="5988515" cy="766941"/>
            <a:chOff x="2666925" y="6715857"/>
            <a:chExt cx="5988515" cy="766941"/>
          </a:xfrm>
        </p:grpSpPr>
        <p:grpSp>
          <p:nvGrpSpPr>
            <p:cNvPr id="9" name="Group 8">
              <a:extLst>
                <a:ext uri="{FF2B5EF4-FFF2-40B4-BE49-F238E27FC236}">
                  <a16:creationId xmlns:a16="http://schemas.microsoft.com/office/drawing/2014/main" id="{2D3ECF63-85E9-45E3-8DDB-AA03C3E2E936}"/>
                </a:ext>
              </a:extLst>
            </p:cNvPr>
            <p:cNvGrpSpPr/>
            <p:nvPr/>
          </p:nvGrpSpPr>
          <p:grpSpPr>
            <a:xfrm>
              <a:off x="3909300" y="6715857"/>
              <a:ext cx="4746140" cy="756539"/>
              <a:chOff x="3498470" y="1055923"/>
              <a:chExt cx="4746140" cy="756539"/>
            </a:xfrm>
          </p:grpSpPr>
          <p:sp>
            <p:nvSpPr>
              <p:cNvPr id="14" name="Arrow: Right 13">
                <a:extLst>
                  <a:ext uri="{FF2B5EF4-FFF2-40B4-BE49-F238E27FC236}">
                    <a16:creationId xmlns:a16="http://schemas.microsoft.com/office/drawing/2014/main" id="{B4A6CD7C-F1E1-490B-9F28-B56FCCB6B881}"/>
                  </a:ext>
                </a:extLst>
              </p:cNvPr>
              <p:cNvSpPr/>
              <p:nvPr/>
            </p:nvSpPr>
            <p:spPr>
              <a:xfrm>
                <a:off x="3980315" y="1371600"/>
                <a:ext cx="3747898" cy="440862"/>
              </a:xfrm>
              <a:prstGeom prst="rightArrow">
                <a:avLst/>
              </a:prstGeom>
              <a:gradFill flip="none" rotWithShape="1">
                <a:gsLst>
                  <a:gs pos="0">
                    <a:schemeClr val="bg1"/>
                  </a:gs>
                  <a:gs pos="100000">
                    <a:schemeClr val="accent3"/>
                  </a:gs>
                </a:gsLst>
                <a:lin ang="0" scaled="1"/>
                <a:tileRect/>
              </a:gradFill>
              <a:ln w="31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anose="00000500000000000000" pitchFamily="2" charset="0"/>
                  <a:cs typeface="Poppins" panose="00000500000000000000" pitchFamily="2" charset="0"/>
                </a:endParaRPr>
              </a:p>
            </p:txBody>
          </p:sp>
          <p:sp>
            <p:nvSpPr>
              <p:cNvPr id="16" name="TextBox 15">
                <a:extLst>
                  <a:ext uri="{FF2B5EF4-FFF2-40B4-BE49-F238E27FC236}">
                    <a16:creationId xmlns:a16="http://schemas.microsoft.com/office/drawing/2014/main" id="{6EEC1FB3-394C-4501-B4F7-6970136D0A7E}"/>
                  </a:ext>
                </a:extLst>
              </p:cNvPr>
              <p:cNvSpPr txBox="1"/>
              <p:nvPr/>
            </p:nvSpPr>
            <p:spPr>
              <a:xfrm>
                <a:off x="5984055" y="1055923"/>
                <a:ext cx="2260555"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High Headcount</a:t>
                </a:r>
              </a:p>
            </p:txBody>
          </p:sp>
          <p:sp>
            <p:nvSpPr>
              <p:cNvPr id="17" name="TextBox 16">
                <a:extLst>
                  <a:ext uri="{FF2B5EF4-FFF2-40B4-BE49-F238E27FC236}">
                    <a16:creationId xmlns:a16="http://schemas.microsoft.com/office/drawing/2014/main" id="{65DF79F8-0E68-4984-9127-6D153CA78C93}"/>
                  </a:ext>
                </a:extLst>
              </p:cNvPr>
              <p:cNvSpPr txBox="1"/>
              <p:nvPr/>
            </p:nvSpPr>
            <p:spPr>
              <a:xfrm>
                <a:off x="3498470" y="1068623"/>
                <a:ext cx="2167581"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Low Headcount</a:t>
                </a:r>
              </a:p>
            </p:txBody>
          </p:sp>
        </p:grpSp>
        <p:sp>
          <p:nvSpPr>
            <p:cNvPr id="12" name="TextBox 11">
              <a:extLst>
                <a:ext uri="{FF2B5EF4-FFF2-40B4-BE49-F238E27FC236}">
                  <a16:creationId xmlns:a16="http://schemas.microsoft.com/office/drawing/2014/main" id="{7F1B9A71-2035-42A5-AA7C-33042EA6575E}"/>
                </a:ext>
              </a:extLst>
            </p:cNvPr>
            <p:cNvSpPr txBox="1"/>
            <p:nvPr/>
          </p:nvSpPr>
          <p:spPr>
            <a:xfrm>
              <a:off x="2666925" y="7082688"/>
              <a:ext cx="1651414"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Color code:</a:t>
              </a:r>
            </a:p>
          </p:txBody>
        </p:sp>
      </p:grpSp>
      <p:sp>
        <p:nvSpPr>
          <p:cNvPr id="15" name="Text Placeholder 5">
            <a:extLst>
              <a:ext uri="{FF2B5EF4-FFF2-40B4-BE49-F238E27FC236}">
                <a16:creationId xmlns:a16="http://schemas.microsoft.com/office/drawing/2014/main" id="{F12E186A-54B3-450F-AE9B-697642A621C1}"/>
              </a:ext>
            </a:extLst>
          </p:cNvPr>
          <p:cNvSpPr>
            <a:spLocks noGrp="1"/>
          </p:cNvSpPr>
          <p:nvPr>
            <p:ph type="body" sz="quarter" idx="16"/>
          </p:nvPr>
        </p:nvSpPr>
        <p:spPr>
          <a:xfrm>
            <a:off x="534055" y="5172756"/>
            <a:ext cx="2416179" cy="2916507"/>
          </a:xfrm>
          <a:solidFill>
            <a:srgbClr val="F66F4A"/>
          </a:solidFill>
        </p:spPr>
        <p:txBody>
          <a:bodyPr anchor="ctr">
            <a:normAutofit/>
          </a:bodyPr>
          <a:lstStyle>
            <a:lvl1pPr marL="365760" indent="0">
              <a:buNone/>
              <a:defRPr sz="2400">
                <a:solidFill>
                  <a:srgbClr val="FFFFFF"/>
                </a:solidFill>
              </a:defRPr>
            </a:lvl1pPr>
          </a:lstStyle>
          <a:p>
            <a:pPr lvl="0"/>
            <a:r>
              <a:rPr lang="en-US"/>
              <a:t>Click to edit Master text styles</a:t>
            </a:r>
          </a:p>
        </p:txBody>
      </p:sp>
    </p:spTree>
    <p:extLst>
      <p:ext uri="{BB962C8B-B14F-4D97-AF65-F5344CB8AC3E}">
        <p14:creationId xmlns:p14="http://schemas.microsoft.com/office/powerpoint/2010/main" val="342688388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02_f_10_c">
    <p:spTree>
      <p:nvGrpSpPr>
        <p:cNvPr id="1" name=""/>
        <p:cNvGrpSpPr/>
        <p:nvPr/>
      </p:nvGrpSpPr>
      <p:grpSpPr>
        <a:xfrm>
          <a:off x="0" y="0"/>
          <a:ext cx="0" cy="0"/>
          <a:chOff x="0" y="0"/>
          <a:chExt cx="0" cy="0"/>
        </a:xfrm>
      </p:grpSpPr>
      <p:pic>
        <p:nvPicPr>
          <p:cNvPr id="10" name="Image" descr="Image">
            <a:extLst>
              <a:ext uri="{FF2B5EF4-FFF2-40B4-BE49-F238E27FC236}">
                <a16:creationId xmlns:a16="http://schemas.microsoft.com/office/drawing/2014/main" id="{104FE120-2F54-4301-B8F5-1C926C1B23C9}"/>
              </a:ext>
            </a:extLst>
          </p:cNvPr>
          <p:cNvPicPr>
            <a:picLocks noChangeAspect="1"/>
          </p:cNvPicPr>
          <p:nvPr userDrawn="1"/>
        </p:nvPicPr>
        <p:blipFill rotWithShape="1">
          <a:blip r:embed="rId2">
            <a:alphaModFix amt="19625"/>
          </a:blip>
          <a:srcRect t="-1" b="769"/>
          <a:stretch/>
        </p:blipFill>
        <p:spPr>
          <a:xfrm flipH="1">
            <a:off x="-3526" y="5387163"/>
            <a:ext cx="7683501" cy="8330184"/>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329132"/>
            <a:ext cx="14761367" cy="9859909"/>
          </a:xfrm>
          <a:prstGeom prst="rect">
            <a:avLst/>
          </a:prstGeom>
        </p:spPr>
        <p:txBody>
          <a:bodyPr vert="horz" lIns="91440" tIns="45720" rIns="91440" bIns="45720" rtlCol="0" anchor="ctr">
            <a:noAutofit/>
          </a:bodyPr>
          <a:lstStyle>
            <a:lvl1pPr algn="ctr">
              <a:defRPr lang="en-US" smtClean="0"/>
            </a:lvl1pPr>
            <a:lvl2pPr algn="ctr">
              <a:defRPr lang="en-US" smtClean="0"/>
            </a:lvl2pPr>
            <a:lvl3pPr algn="ctr">
              <a:defRPr lang="en-US" smtClean="0"/>
            </a:lvl3pPr>
            <a:lvl4pPr algn="ctr">
              <a:defRPr lang="en-US" smtClean="0"/>
            </a:lvl4pPr>
            <a:lvl5pPr algn="ct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B4BE2587-CF8D-43CF-AD1C-CB2CC77409D2}"/>
              </a:ext>
            </a:extLst>
          </p:cNvPr>
          <p:cNvGrpSpPr/>
          <p:nvPr userDrawn="1"/>
        </p:nvGrpSpPr>
        <p:grpSpPr>
          <a:xfrm>
            <a:off x="10948024" y="1347784"/>
            <a:ext cx="5579707" cy="766941"/>
            <a:chOff x="2701431" y="6715857"/>
            <a:chExt cx="5579707" cy="766941"/>
          </a:xfrm>
        </p:grpSpPr>
        <p:grpSp>
          <p:nvGrpSpPr>
            <p:cNvPr id="11" name="Group 10">
              <a:extLst>
                <a:ext uri="{FF2B5EF4-FFF2-40B4-BE49-F238E27FC236}">
                  <a16:creationId xmlns:a16="http://schemas.microsoft.com/office/drawing/2014/main" id="{C8B57FF1-48F8-4C9C-87B9-E7CF970B9822}"/>
                </a:ext>
              </a:extLst>
            </p:cNvPr>
            <p:cNvGrpSpPr/>
            <p:nvPr/>
          </p:nvGrpSpPr>
          <p:grpSpPr>
            <a:xfrm>
              <a:off x="4071202" y="6715857"/>
              <a:ext cx="4209936" cy="756539"/>
              <a:chOff x="3660372" y="1055923"/>
              <a:chExt cx="4209936" cy="756539"/>
            </a:xfrm>
          </p:grpSpPr>
          <p:sp>
            <p:nvSpPr>
              <p:cNvPr id="15" name="Arrow: Right 14">
                <a:extLst>
                  <a:ext uri="{FF2B5EF4-FFF2-40B4-BE49-F238E27FC236}">
                    <a16:creationId xmlns:a16="http://schemas.microsoft.com/office/drawing/2014/main" id="{AEE3A5C6-526E-496F-8A40-B0905D7D252B}"/>
                  </a:ext>
                </a:extLst>
              </p:cNvPr>
              <p:cNvSpPr/>
              <p:nvPr/>
            </p:nvSpPr>
            <p:spPr>
              <a:xfrm>
                <a:off x="5395609" y="1371600"/>
                <a:ext cx="2332603" cy="440862"/>
              </a:xfrm>
              <a:prstGeom prst="rightArrow">
                <a:avLst/>
              </a:prstGeom>
              <a:gradFill flip="none" rotWithShape="1">
                <a:gsLst>
                  <a:gs pos="0">
                    <a:srgbClr val="D4CCD6"/>
                  </a:gs>
                  <a:gs pos="100000">
                    <a:srgbClr val="778FD9"/>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anose="00000500000000000000" pitchFamily="2" charset="0"/>
                  <a:cs typeface="Poppins" panose="00000500000000000000" pitchFamily="2" charset="0"/>
                </a:endParaRPr>
              </a:p>
            </p:txBody>
          </p:sp>
          <p:sp>
            <p:nvSpPr>
              <p:cNvPr id="16" name="Arrow: Right 15">
                <a:extLst>
                  <a:ext uri="{FF2B5EF4-FFF2-40B4-BE49-F238E27FC236}">
                    <a16:creationId xmlns:a16="http://schemas.microsoft.com/office/drawing/2014/main" id="{41353283-BD14-4EA5-A8CE-B08C4A6DB367}"/>
                  </a:ext>
                </a:extLst>
              </p:cNvPr>
              <p:cNvSpPr/>
              <p:nvPr/>
            </p:nvSpPr>
            <p:spPr>
              <a:xfrm flipH="1">
                <a:off x="4008769" y="1371600"/>
                <a:ext cx="2332603" cy="440862"/>
              </a:xfrm>
              <a:prstGeom prst="rightArrow">
                <a:avLst/>
              </a:prstGeom>
              <a:gradFill flip="none" rotWithShape="1">
                <a:gsLst>
                  <a:gs pos="0">
                    <a:srgbClr val="D4CCD6"/>
                  </a:gs>
                  <a:gs pos="55000">
                    <a:srgbClr val="F7947B"/>
                  </a:gs>
                </a:gsLst>
                <a:lin ang="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anose="00000500000000000000" pitchFamily="2" charset="0"/>
                  <a:cs typeface="Poppins" panose="00000500000000000000" pitchFamily="2" charset="0"/>
                </a:endParaRPr>
              </a:p>
            </p:txBody>
          </p:sp>
          <p:sp>
            <p:nvSpPr>
              <p:cNvPr id="17" name="TextBox 16">
                <a:extLst>
                  <a:ext uri="{FF2B5EF4-FFF2-40B4-BE49-F238E27FC236}">
                    <a16:creationId xmlns:a16="http://schemas.microsoft.com/office/drawing/2014/main" id="{528BDF97-4FB7-421F-80FD-AB274D0C3A7B}"/>
                  </a:ext>
                </a:extLst>
              </p:cNvPr>
              <p:cNvSpPr txBox="1"/>
              <p:nvPr/>
            </p:nvSpPr>
            <p:spPr>
              <a:xfrm>
                <a:off x="6358356" y="1055923"/>
                <a:ext cx="1511952"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Male skew</a:t>
                </a:r>
              </a:p>
            </p:txBody>
          </p:sp>
          <p:sp>
            <p:nvSpPr>
              <p:cNvPr id="18" name="TextBox 17">
                <a:extLst>
                  <a:ext uri="{FF2B5EF4-FFF2-40B4-BE49-F238E27FC236}">
                    <a16:creationId xmlns:a16="http://schemas.microsoft.com/office/drawing/2014/main" id="{A117FE29-F799-4674-8DA4-7326F2B01A28}"/>
                  </a:ext>
                </a:extLst>
              </p:cNvPr>
              <p:cNvSpPr txBox="1"/>
              <p:nvPr/>
            </p:nvSpPr>
            <p:spPr>
              <a:xfrm>
                <a:off x="3660372" y="1068623"/>
                <a:ext cx="1843774"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Female skew</a:t>
                </a:r>
              </a:p>
            </p:txBody>
          </p:sp>
        </p:grpSp>
        <p:sp>
          <p:nvSpPr>
            <p:cNvPr id="14" name="TextBox 13">
              <a:extLst>
                <a:ext uri="{FF2B5EF4-FFF2-40B4-BE49-F238E27FC236}">
                  <a16:creationId xmlns:a16="http://schemas.microsoft.com/office/drawing/2014/main" id="{5DAB1482-9CBD-4530-B64F-E1360A94523F}"/>
                </a:ext>
              </a:extLst>
            </p:cNvPr>
            <p:cNvSpPr txBox="1"/>
            <p:nvPr/>
          </p:nvSpPr>
          <p:spPr>
            <a:xfrm>
              <a:off x="2701431" y="7082688"/>
              <a:ext cx="1651414" cy="400110"/>
            </a:xfrm>
            <a:prstGeom prst="rect">
              <a:avLst/>
            </a:prstGeom>
            <a:noFill/>
          </p:spPr>
          <p:txBody>
            <a:bodyPr wrap="none" rtlCol="0">
              <a:spAutoFit/>
            </a:bodyPr>
            <a:lstStyle/>
            <a:p>
              <a:r>
                <a:rPr lang="en-US" sz="2000" b="0" i="1" dirty="0">
                  <a:solidFill>
                    <a:srgbClr val="262626"/>
                  </a:solidFill>
                  <a:latin typeface="Poppins" panose="00000500000000000000" pitchFamily="2" charset="0"/>
                  <a:cs typeface="Poppins" panose="00000500000000000000" pitchFamily="2" charset="0"/>
                </a:rPr>
                <a:t>Color code:</a:t>
              </a:r>
            </a:p>
          </p:txBody>
        </p:sp>
      </p:grpSp>
      <p:sp>
        <p:nvSpPr>
          <p:cNvPr id="6" name="Text Placeholder 5">
            <a:extLst>
              <a:ext uri="{FF2B5EF4-FFF2-40B4-BE49-F238E27FC236}">
                <a16:creationId xmlns:a16="http://schemas.microsoft.com/office/drawing/2014/main" id="{8C7BDF5B-7FD4-43EA-B341-BD990116F050}"/>
              </a:ext>
            </a:extLst>
          </p:cNvPr>
          <p:cNvSpPr>
            <a:spLocks noGrp="1"/>
          </p:cNvSpPr>
          <p:nvPr>
            <p:ph type="body" sz="quarter" idx="16"/>
          </p:nvPr>
        </p:nvSpPr>
        <p:spPr>
          <a:xfrm>
            <a:off x="534055" y="5172756"/>
            <a:ext cx="2416179" cy="2916507"/>
          </a:xfrm>
          <a:solidFill>
            <a:srgbClr val="F66F4A"/>
          </a:solidFill>
        </p:spPr>
        <p:txBody>
          <a:bodyPr anchor="ctr">
            <a:normAutofit/>
          </a:bodyPr>
          <a:lstStyle>
            <a:lvl1pPr marL="365760" indent="0">
              <a:buNone/>
              <a:defRPr sz="2400">
                <a:solidFill>
                  <a:srgbClr val="FFFFFF"/>
                </a:solidFill>
              </a:defRPr>
            </a:lvl1pPr>
          </a:lstStyle>
          <a:p>
            <a:pPr lvl="0"/>
            <a:r>
              <a:rPr lang="en-US"/>
              <a:t>Click to edit Master text styles</a:t>
            </a:r>
          </a:p>
        </p:txBody>
      </p:sp>
    </p:spTree>
    <p:extLst>
      <p:ext uri="{BB962C8B-B14F-4D97-AF65-F5344CB8AC3E}">
        <p14:creationId xmlns:p14="http://schemas.microsoft.com/office/powerpoint/2010/main" val="125002028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_f">
    <p:spTree>
      <p:nvGrpSpPr>
        <p:cNvPr id="1" name=""/>
        <p:cNvGrpSpPr/>
        <p:nvPr/>
      </p:nvGrpSpPr>
      <p:grpSpPr>
        <a:xfrm>
          <a:off x="0" y="0"/>
          <a:ext cx="0" cy="0"/>
          <a:chOff x="0" y="0"/>
          <a:chExt cx="0" cy="0"/>
        </a:xfrm>
      </p:grpSpPr>
      <p:pic>
        <p:nvPicPr>
          <p:cNvPr id="20" name="Image" descr="Image">
            <a:extLst>
              <a:ext uri="{FF2B5EF4-FFF2-40B4-BE49-F238E27FC236}">
                <a16:creationId xmlns:a16="http://schemas.microsoft.com/office/drawing/2014/main" id="{64EE6F44-82F7-4BB5-8B56-4705E107B95B}"/>
              </a:ext>
            </a:extLst>
          </p:cNvPr>
          <p:cNvPicPr>
            <a:picLocks noChangeAspect="1"/>
          </p:cNvPicPr>
          <p:nvPr userDrawn="1"/>
        </p:nvPicPr>
        <p:blipFill rotWithShape="1">
          <a:blip r:embed="rId2"/>
          <a:srcRect l="1865" b="3629"/>
          <a:stretch/>
        </p:blipFill>
        <p:spPr>
          <a:xfrm>
            <a:off x="0" y="6818245"/>
            <a:ext cx="7169604" cy="6897756"/>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082759"/>
            <a:ext cx="14761367" cy="10291028"/>
          </a:xfrm>
          <a:prstGeom prst="rect">
            <a:avLst/>
          </a:prstGeom>
        </p:spPr>
        <p:txBody>
          <a:bodyPr vert="horz" lIns="91440" tIns="45720" rIns="91440" bIns="45720" rtlCol="0" anchor="t">
            <a:noAutofit/>
          </a:bodyPr>
          <a:lstStyle>
            <a:lvl1pPr algn="l">
              <a:defRPr lang="en-US" smtClean="0"/>
            </a:lvl1pPr>
            <a:lvl2pPr algn="l">
              <a:defRPr lang="en-US" smtClean="0"/>
            </a:lvl2pPr>
            <a:lvl3pPr algn="l">
              <a:defRPr lang="en-US" smtClean="0"/>
            </a:lvl3pPr>
            <a:lvl4pPr algn="l">
              <a:defRPr lang="en-US" smtClean="0"/>
            </a:lvl4pPr>
            <a:lvl5pPr algn="l">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742541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_f">
    <p:spTree>
      <p:nvGrpSpPr>
        <p:cNvPr id="1" name=""/>
        <p:cNvGrpSpPr/>
        <p:nvPr/>
      </p:nvGrpSpPr>
      <p:grpSpPr>
        <a:xfrm>
          <a:off x="0" y="0"/>
          <a:ext cx="0" cy="0"/>
          <a:chOff x="0" y="0"/>
          <a:chExt cx="0" cy="0"/>
        </a:xfrm>
      </p:grpSpPr>
      <p:pic>
        <p:nvPicPr>
          <p:cNvPr id="7" name="Image" descr="Image">
            <a:extLst>
              <a:ext uri="{FF2B5EF4-FFF2-40B4-BE49-F238E27FC236}">
                <a16:creationId xmlns:a16="http://schemas.microsoft.com/office/drawing/2014/main" id="{0F7A410B-EAEA-434D-8397-B5D590AB195C}"/>
              </a:ext>
            </a:extLst>
          </p:cNvPr>
          <p:cNvPicPr>
            <a:picLocks noChangeAspect="1"/>
          </p:cNvPicPr>
          <p:nvPr userDrawn="1"/>
        </p:nvPicPr>
        <p:blipFill rotWithShape="1">
          <a:blip r:embed="rId2">
            <a:alphaModFix amt="20000"/>
          </a:blip>
          <a:srcRect l="4912" r="-1303" b="2272"/>
          <a:stretch/>
        </p:blipFill>
        <p:spPr>
          <a:xfrm>
            <a:off x="0" y="6248400"/>
            <a:ext cx="7518004" cy="7467600"/>
          </a:xfrm>
          <a:prstGeom prst="rect">
            <a:avLst/>
          </a:prstGeom>
          <a:ln w="12700">
            <a:miter lim="400000"/>
          </a:ln>
        </p:spPr>
      </p:pic>
      <p:pic>
        <p:nvPicPr>
          <p:cNvPr id="8" name="Image" descr="Image">
            <a:extLst>
              <a:ext uri="{FF2B5EF4-FFF2-40B4-BE49-F238E27FC236}">
                <a16:creationId xmlns:a16="http://schemas.microsoft.com/office/drawing/2014/main" id="{2A40DA33-9BB3-4E7D-A4DD-9FF0D4DBA88A}"/>
              </a:ext>
            </a:extLst>
          </p:cNvPr>
          <p:cNvPicPr>
            <a:picLocks noChangeAspect="1"/>
          </p:cNvPicPr>
          <p:nvPr userDrawn="1"/>
        </p:nvPicPr>
        <p:blipFill rotWithShape="1">
          <a:blip r:embed="rId2"/>
          <a:srcRect l="1865" b="2424"/>
          <a:stretch/>
        </p:blipFill>
        <p:spPr>
          <a:xfrm>
            <a:off x="0" y="6731979"/>
            <a:ext cx="7169604" cy="6984021"/>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082759"/>
            <a:ext cx="14761367" cy="10291028"/>
          </a:xfrm>
          <a:prstGeom prst="rect">
            <a:avLst/>
          </a:prstGeom>
        </p:spPr>
        <p:txBody>
          <a:bodyPr vert="horz" lIns="91440" tIns="45720" rIns="91440" bIns="45720" rtlCol="0" anchor="t">
            <a:noAutofit/>
          </a:bodyPr>
          <a:lstStyle>
            <a:lvl1pPr algn="l">
              <a:defRPr lang="en-US" smtClean="0"/>
            </a:lvl1pPr>
            <a:lvl2pPr algn="l">
              <a:defRPr lang="en-US" smtClean="0"/>
            </a:lvl2pPr>
            <a:lvl3pPr algn="l">
              <a:defRPr lang="en-US" smtClean="0"/>
            </a:lvl3pPr>
            <a:lvl4pPr algn="l">
              <a:defRPr lang="en-US" smtClean="0"/>
            </a:lvl4pPr>
            <a:lvl5pPr algn="l">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492932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5_f">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12BD4E-DC50-4AD5-B3AD-EA31BC0E8DE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756"/>
          <a:stretch/>
        </p:blipFill>
        <p:spPr>
          <a:xfrm>
            <a:off x="-1" y="0"/>
            <a:ext cx="9344025" cy="13716000"/>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3" name="Content Placeholder 8">
            <a:extLst>
              <a:ext uri="{FF2B5EF4-FFF2-40B4-BE49-F238E27FC236}">
                <a16:creationId xmlns:a16="http://schemas.microsoft.com/office/drawing/2014/main" id="{C36FE61B-8919-4912-A409-4F126A5FBCB6}"/>
              </a:ext>
            </a:extLst>
          </p:cNvPr>
          <p:cNvSpPr>
            <a:spLocks noGrp="1"/>
          </p:cNvSpPr>
          <p:nvPr>
            <p:ph sz="quarter" idx="15"/>
          </p:nvPr>
        </p:nvSpPr>
        <p:spPr>
          <a:xfrm>
            <a:off x="3140015" y="2082759"/>
            <a:ext cx="14761367" cy="10291028"/>
          </a:xfrm>
          <a:prstGeom prst="rect">
            <a:avLst/>
          </a:prstGeom>
        </p:spPr>
        <p:txBody>
          <a:bodyPr vert="horz" lIns="91440" tIns="45720" rIns="91440" bIns="45720" rtlCol="0" anchor="t">
            <a:noAutofit/>
          </a:bodyPr>
          <a:lstStyle>
            <a:lvl1pPr algn="l">
              <a:defRPr lang="en-US" smtClean="0"/>
            </a:lvl1pPr>
            <a:lvl2pPr algn="l">
              <a:defRPr lang="en-US" smtClean="0"/>
            </a:lvl2pPr>
            <a:lvl3pPr algn="l">
              <a:defRPr lang="en-US" smtClean="0"/>
            </a:lvl3pPr>
            <a:lvl4pPr algn="l">
              <a:defRPr lang="en-US" smtClean="0"/>
            </a:lvl4pPr>
            <a:lvl5pPr algn="l">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a:extLst>
              <a:ext uri="{FF2B5EF4-FFF2-40B4-BE49-F238E27FC236}">
                <a16:creationId xmlns:a16="http://schemas.microsoft.com/office/drawing/2014/main" id="{A8F66151-295E-49A6-A7DE-979E18716967}"/>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Tree>
    <p:extLst>
      <p:ext uri="{BB962C8B-B14F-4D97-AF65-F5344CB8AC3E}">
        <p14:creationId xmlns:p14="http://schemas.microsoft.com/office/powerpoint/2010/main" val="137952271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02_a_01">
    <p:spTree>
      <p:nvGrpSpPr>
        <p:cNvPr id="1" name=""/>
        <p:cNvGrpSpPr/>
        <p:nvPr/>
      </p:nvGrpSpPr>
      <p:grpSpPr>
        <a:xfrm>
          <a:off x="0" y="0"/>
          <a:ext cx="0" cy="0"/>
          <a:chOff x="0" y="0"/>
          <a:chExt cx="0" cy="0"/>
        </a:xfrm>
      </p:grpSpPr>
      <p:pic>
        <p:nvPicPr>
          <p:cNvPr id="11" name="Image" descr="Image">
            <a:extLst>
              <a:ext uri="{FF2B5EF4-FFF2-40B4-BE49-F238E27FC236}">
                <a16:creationId xmlns:a16="http://schemas.microsoft.com/office/drawing/2014/main" id="{C21C17ED-B795-4FB9-87BE-C50DE6904D55}"/>
              </a:ext>
            </a:extLst>
          </p:cNvPr>
          <p:cNvPicPr>
            <a:picLocks noChangeAspect="1"/>
          </p:cNvPicPr>
          <p:nvPr userDrawn="1"/>
        </p:nvPicPr>
        <p:blipFill rotWithShape="1">
          <a:blip r:embed="rId2"/>
          <a:srcRect t="2074"/>
          <a:stretch/>
        </p:blipFill>
        <p:spPr>
          <a:xfrm>
            <a:off x="0" y="0"/>
            <a:ext cx="9726471" cy="8147419"/>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647700" y="2590799"/>
            <a:ext cx="6408707" cy="10121902"/>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7435970" y="2332037"/>
            <a:ext cx="10464680" cy="102663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3">
            <a:extLst>
              <a:ext uri="{FF2B5EF4-FFF2-40B4-BE49-F238E27FC236}">
                <a16:creationId xmlns:a16="http://schemas.microsoft.com/office/drawing/2014/main" id="{8173294A-7794-47CE-91DC-1FB6FD0BC694}"/>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Tree>
    <p:extLst>
      <p:ext uri="{BB962C8B-B14F-4D97-AF65-F5344CB8AC3E}">
        <p14:creationId xmlns:p14="http://schemas.microsoft.com/office/powerpoint/2010/main" val="40622633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02_a_02">
    <p:spTree>
      <p:nvGrpSpPr>
        <p:cNvPr id="1" name=""/>
        <p:cNvGrpSpPr/>
        <p:nvPr/>
      </p:nvGrpSpPr>
      <p:grpSpPr>
        <a:xfrm>
          <a:off x="0" y="0"/>
          <a:ext cx="0" cy="0"/>
          <a:chOff x="0" y="0"/>
          <a:chExt cx="0" cy="0"/>
        </a:xfrm>
      </p:grpSpPr>
      <p:pic>
        <p:nvPicPr>
          <p:cNvPr id="8" name="Image" descr="Image">
            <a:extLst>
              <a:ext uri="{FF2B5EF4-FFF2-40B4-BE49-F238E27FC236}">
                <a16:creationId xmlns:a16="http://schemas.microsoft.com/office/drawing/2014/main" id="{CDBDC131-6232-4916-A388-29696F628AAF}"/>
              </a:ext>
            </a:extLst>
          </p:cNvPr>
          <p:cNvPicPr>
            <a:picLocks noChangeAspect="1"/>
          </p:cNvPicPr>
          <p:nvPr userDrawn="1"/>
        </p:nvPicPr>
        <p:blipFill>
          <a:blip r:embed="rId2"/>
          <a:stretch>
            <a:fillRect/>
          </a:stretch>
        </p:blipFill>
        <p:spPr>
          <a:xfrm>
            <a:off x="0" y="1"/>
            <a:ext cx="7282449" cy="6229350"/>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647701" y="2590799"/>
            <a:ext cx="6634748" cy="10121902"/>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7556740" y="2332037"/>
            <a:ext cx="10343910" cy="102663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476463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_g_02">
    <p:spTree>
      <p:nvGrpSpPr>
        <p:cNvPr id="1" name=""/>
        <p:cNvGrpSpPr/>
        <p:nvPr/>
      </p:nvGrpSpPr>
      <p:grpSpPr>
        <a:xfrm>
          <a:off x="0" y="0"/>
          <a:ext cx="0" cy="0"/>
          <a:chOff x="0" y="0"/>
          <a:chExt cx="0" cy="0"/>
        </a:xfrm>
      </p:grpSpPr>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5633044" y="2293938"/>
            <a:ext cx="6038030" cy="4710112"/>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9">
            <a:extLst>
              <a:ext uri="{FF2B5EF4-FFF2-40B4-BE49-F238E27FC236}">
                <a16:creationId xmlns:a16="http://schemas.microsoft.com/office/drawing/2014/main" id="{6BCB8A9F-2142-4C8C-9080-317F25A640F5}"/>
              </a:ext>
            </a:extLst>
          </p:cNvPr>
          <p:cNvSpPr>
            <a:spLocks noGrp="1"/>
          </p:cNvSpPr>
          <p:nvPr>
            <p:ph sz="quarter" idx="21"/>
          </p:nvPr>
        </p:nvSpPr>
        <p:spPr>
          <a:xfrm>
            <a:off x="11671074" y="2293938"/>
            <a:ext cx="6038030" cy="4710112"/>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1090613" y="2576945"/>
            <a:ext cx="4344529" cy="10135755"/>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8" name="Content Placeholder 9">
            <a:extLst>
              <a:ext uri="{FF2B5EF4-FFF2-40B4-BE49-F238E27FC236}">
                <a16:creationId xmlns:a16="http://schemas.microsoft.com/office/drawing/2014/main" id="{FC0E36C4-442F-420D-B7EE-BDB0658CA7CE}"/>
              </a:ext>
            </a:extLst>
          </p:cNvPr>
          <p:cNvSpPr>
            <a:spLocks noGrp="1"/>
          </p:cNvSpPr>
          <p:nvPr>
            <p:ph sz="quarter" idx="20"/>
          </p:nvPr>
        </p:nvSpPr>
        <p:spPr>
          <a:xfrm>
            <a:off x="5619882" y="7004050"/>
            <a:ext cx="12089222" cy="5473135"/>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Image" descr="Image">
            <a:extLst>
              <a:ext uri="{FF2B5EF4-FFF2-40B4-BE49-F238E27FC236}">
                <a16:creationId xmlns:a16="http://schemas.microsoft.com/office/drawing/2014/main" id="{E8E81F58-FE3E-4CAD-8042-CAB019F25748}"/>
              </a:ext>
            </a:extLst>
          </p:cNvPr>
          <p:cNvPicPr>
            <a:picLocks noChangeAspect="1"/>
          </p:cNvPicPr>
          <p:nvPr userDrawn="1"/>
        </p:nvPicPr>
        <p:blipFill>
          <a:blip r:embed="rId2"/>
          <a:stretch>
            <a:fillRect/>
          </a:stretch>
        </p:blipFill>
        <p:spPr>
          <a:xfrm>
            <a:off x="0" y="1"/>
            <a:ext cx="7282449" cy="6229350"/>
          </a:xfrm>
          <a:prstGeom prst="rect">
            <a:avLst/>
          </a:prstGeom>
          <a:ln w="12700">
            <a:miter lim="400000"/>
          </a:ln>
        </p:spPr>
      </p:pic>
    </p:spTree>
    <p:extLst>
      <p:ext uri="{BB962C8B-B14F-4D97-AF65-F5344CB8AC3E}">
        <p14:creationId xmlns:p14="http://schemas.microsoft.com/office/powerpoint/2010/main" val="2673384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_g_03">
    <p:spTree>
      <p:nvGrpSpPr>
        <p:cNvPr id="1" name=""/>
        <p:cNvGrpSpPr/>
        <p:nvPr/>
      </p:nvGrpSpPr>
      <p:grpSpPr>
        <a:xfrm>
          <a:off x="0" y="0"/>
          <a:ext cx="0" cy="0"/>
          <a:chOff x="0" y="0"/>
          <a:chExt cx="0" cy="0"/>
        </a:xfrm>
      </p:grpSpPr>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5619882" y="2293938"/>
            <a:ext cx="12089221" cy="4710112"/>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1090613" y="2576945"/>
            <a:ext cx="4344529" cy="10135755"/>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8" name="Content Placeholder 9">
            <a:extLst>
              <a:ext uri="{FF2B5EF4-FFF2-40B4-BE49-F238E27FC236}">
                <a16:creationId xmlns:a16="http://schemas.microsoft.com/office/drawing/2014/main" id="{FC0E36C4-442F-420D-B7EE-BDB0658CA7CE}"/>
              </a:ext>
            </a:extLst>
          </p:cNvPr>
          <p:cNvSpPr>
            <a:spLocks noGrp="1"/>
          </p:cNvSpPr>
          <p:nvPr>
            <p:ph sz="quarter" idx="20"/>
          </p:nvPr>
        </p:nvSpPr>
        <p:spPr>
          <a:xfrm>
            <a:off x="5619882" y="7004050"/>
            <a:ext cx="12089222" cy="5473135"/>
          </a:xfrm>
          <a:prstGeom prst="rect">
            <a:avLst/>
          </a:prstGeo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Image" descr="Image">
            <a:extLst>
              <a:ext uri="{FF2B5EF4-FFF2-40B4-BE49-F238E27FC236}">
                <a16:creationId xmlns:a16="http://schemas.microsoft.com/office/drawing/2014/main" id="{E8E81F58-FE3E-4CAD-8042-CAB019F25748}"/>
              </a:ext>
            </a:extLst>
          </p:cNvPr>
          <p:cNvPicPr>
            <a:picLocks noChangeAspect="1"/>
          </p:cNvPicPr>
          <p:nvPr userDrawn="1"/>
        </p:nvPicPr>
        <p:blipFill>
          <a:blip r:embed="rId2"/>
          <a:stretch>
            <a:fillRect/>
          </a:stretch>
        </p:blipFill>
        <p:spPr>
          <a:xfrm>
            <a:off x="0" y="1"/>
            <a:ext cx="7282449" cy="6229350"/>
          </a:xfrm>
          <a:prstGeom prst="rect">
            <a:avLst/>
          </a:prstGeom>
          <a:ln w="12700">
            <a:miter lim="400000"/>
          </a:ln>
        </p:spPr>
      </p:pic>
    </p:spTree>
    <p:extLst>
      <p:ext uri="{BB962C8B-B14F-4D97-AF65-F5344CB8AC3E}">
        <p14:creationId xmlns:p14="http://schemas.microsoft.com/office/powerpoint/2010/main" val="420147794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02_g">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41F6C434-9744-48A1-AECF-71BE0F7AE60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1090613" y="3335829"/>
            <a:ext cx="4967287" cy="8319947"/>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6819900" y="2293938"/>
            <a:ext cx="11080750" cy="47101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9">
            <a:extLst>
              <a:ext uri="{FF2B5EF4-FFF2-40B4-BE49-F238E27FC236}">
                <a16:creationId xmlns:a16="http://schemas.microsoft.com/office/drawing/2014/main" id="{FC0E36C4-442F-420D-B7EE-BDB0658CA7CE}"/>
              </a:ext>
            </a:extLst>
          </p:cNvPr>
          <p:cNvSpPr>
            <a:spLocks noGrp="1"/>
          </p:cNvSpPr>
          <p:nvPr>
            <p:ph sz="quarter" idx="20"/>
          </p:nvPr>
        </p:nvSpPr>
        <p:spPr>
          <a:xfrm>
            <a:off x="6834276" y="7659385"/>
            <a:ext cx="11080750" cy="47101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994401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05_f_0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B4F20A1-613A-4C12-B4DE-96DA839368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a:off x="10506185" y="5957899"/>
            <a:ext cx="7781815" cy="7758101"/>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2820"/>
            </a:lvl1pPr>
            <a:lvl2pPr>
              <a:defRPr sz="2820"/>
            </a:lvl2pPr>
            <a:lvl3pPr>
              <a:defRPr sz="2820"/>
            </a:lvl3pPr>
            <a:lvl4pPr>
              <a:defRPr sz="2820"/>
            </a:lvl4pPr>
            <a:lvl5pPr>
              <a:defRPr sz="28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normAutofit/>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E5AEED06-347C-4EFC-B315-CD033658B83E}"/>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13" name="Footer Placeholder 3">
            <a:extLst>
              <a:ext uri="{FF2B5EF4-FFF2-40B4-BE49-F238E27FC236}">
                <a16:creationId xmlns:a16="http://schemas.microsoft.com/office/drawing/2014/main" id="{9A0EB737-5F83-4F15-A117-54ECB5771593}"/>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14" name="Slide Number Placeholder 4">
            <a:extLst>
              <a:ext uri="{FF2B5EF4-FFF2-40B4-BE49-F238E27FC236}">
                <a16:creationId xmlns:a16="http://schemas.microsoft.com/office/drawing/2014/main" id="{1E2A04D5-D7B0-4FF8-8019-F473445B8D5D}"/>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cxnSp>
        <p:nvCxnSpPr>
          <p:cNvPr id="16" name="Straight Connector 15">
            <a:extLst>
              <a:ext uri="{FF2B5EF4-FFF2-40B4-BE49-F238E27FC236}">
                <a16:creationId xmlns:a16="http://schemas.microsoft.com/office/drawing/2014/main" id="{266F42ED-4767-4F93-B626-4412340D10B3}"/>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740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05_f_02">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26E65C33-90A1-4B4D-A906-AC3AA8707F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a:off x="10506185" y="5957899"/>
            <a:ext cx="7781815" cy="7758101"/>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2820"/>
            </a:lvl1pPr>
            <a:lvl2pPr>
              <a:defRPr sz="2820"/>
            </a:lvl2pPr>
            <a:lvl3pPr>
              <a:defRPr sz="2820"/>
            </a:lvl3pPr>
            <a:lvl4pPr>
              <a:defRPr sz="2820"/>
            </a:lvl4pPr>
            <a:lvl5pPr>
              <a:defRPr sz="28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483542" y="2361221"/>
            <a:ext cx="9222655" cy="4695188"/>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C9E09FC2-26B0-4997-90EA-07EF302322C0}"/>
              </a:ext>
            </a:extLst>
          </p:cNvPr>
          <p:cNvSpPr>
            <a:spLocks noGrp="1"/>
          </p:cNvSpPr>
          <p:nvPr>
            <p:ph sz="quarter" idx="16"/>
          </p:nvPr>
        </p:nvSpPr>
        <p:spPr>
          <a:xfrm>
            <a:off x="483542" y="7574729"/>
            <a:ext cx="9222655" cy="4695188"/>
          </a:xfrm>
          <a:prstGeom prst="rect">
            <a:avLst/>
          </a:prstGeom>
        </p:spPr>
        <p:txBody>
          <a:bodyPr/>
          <a:lstStyle/>
          <a:p>
            <a:pPr lvl="0"/>
            <a:r>
              <a:rPr lang="en-US"/>
              <a:t>Click to edit Master text styles</a:t>
            </a:r>
          </a:p>
          <a:p>
            <a:pPr lvl="1"/>
            <a:r>
              <a:rPr lang="en-US"/>
              <a:t>Second level</a:t>
            </a:r>
          </a:p>
          <a:p>
            <a:pPr lvl="2"/>
            <a:r>
              <a:rPr lang="en-US"/>
              <a:t>Third level</a:t>
            </a:r>
          </a:p>
        </p:txBody>
      </p:sp>
      <p:pic>
        <p:nvPicPr>
          <p:cNvPr id="17" name="Image" descr="Image">
            <a:extLst>
              <a:ext uri="{FF2B5EF4-FFF2-40B4-BE49-F238E27FC236}">
                <a16:creationId xmlns:a16="http://schemas.microsoft.com/office/drawing/2014/main" id="{28540701-D9BD-496E-996E-4ECBEC5B8B5F}"/>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19" name="Footer Placeholder 3">
            <a:extLst>
              <a:ext uri="{FF2B5EF4-FFF2-40B4-BE49-F238E27FC236}">
                <a16:creationId xmlns:a16="http://schemas.microsoft.com/office/drawing/2014/main" id="{B59D7B29-5397-460C-97C6-4609C1DA1CE1}"/>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20" name="Slide Number Placeholder 4">
            <a:extLst>
              <a:ext uri="{FF2B5EF4-FFF2-40B4-BE49-F238E27FC236}">
                <a16:creationId xmlns:a16="http://schemas.microsoft.com/office/drawing/2014/main" id="{3449A88B-9125-41DC-85E5-B1DB39913DE0}"/>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cxnSp>
        <p:nvCxnSpPr>
          <p:cNvPr id="21" name="Straight Connector 20">
            <a:extLst>
              <a:ext uri="{FF2B5EF4-FFF2-40B4-BE49-F238E27FC236}">
                <a16:creationId xmlns:a16="http://schemas.microsoft.com/office/drawing/2014/main" id="{549D8343-C5E0-42CF-AE22-FD9DEFA948DE}"/>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5195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02_h1">
    <p:spTree>
      <p:nvGrpSpPr>
        <p:cNvPr id="1" name=""/>
        <p:cNvGrpSpPr/>
        <p:nvPr/>
      </p:nvGrpSpPr>
      <p:grpSpPr>
        <a:xfrm>
          <a:off x="0" y="0"/>
          <a:ext cx="0" cy="0"/>
          <a:chOff x="0" y="0"/>
          <a:chExt cx="0" cy="0"/>
        </a:xfrm>
      </p:grpSpPr>
      <p:pic>
        <p:nvPicPr>
          <p:cNvPr id="6" name="Image" descr="Image">
            <a:extLst>
              <a:ext uri="{FF2B5EF4-FFF2-40B4-BE49-F238E27FC236}">
                <a16:creationId xmlns:a16="http://schemas.microsoft.com/office/drawing/2014/main" id="{610D252C-4405-4533-BFF0-4653A784AFF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19250"/>
            <a:ext cx="7560103" cy="10650668"/>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37F892E-92B0-4C54-8439-2BE970338945}"/>
              </a:ext>
            </a:extLst>
          </p:cNvPr>
          <p:cNvSpPr txBox="1"/>
          <p:nvPr userDrawn="1"/>
        </p:nvSpPr>
        <p:spPr>
          <a:xfrm rot="18184754">
            <a:off x="8269511" y="4738355"/>
            <a:ext cx="12091421" cy="3631763"/>
          </a:xfrm>
          <a:prstGeom prst="rect">
            <a:avLst/>
          </a:prstGeom>
          <a:noFill/>
        </p:spPr>
        <p:txBody>
          <a:bodyPr wrap="square" rtlCol="0">
            <a:spAutoFit/>
          </a:bodyPr>
          <a:lstStyle/>
          <a:p>
            <a:r>
              <a:rPr lang="en-US" sz="11500" dirty="0">
                <a:solidFill>
                  <a:schemeClr val="accent6">
                    <a:lumMod val="40000"/>
                    <a:lumOff val="60000"/>
                  </a:schemeClr>
                </a:solidFill>
              </a:rPr>
              <a:t>ILLUSTRATIVE</a:t>
            </a:r>
            <a:br>
              <a:rPr lang="en-US" sz="11500" dirty="0">
                <a:solidFill>
                  <a:schemeClr val="accent6">
                    <a:lumMod val="40000"/>
                    <a:lumOff val="60000"/>
                  </a:schemeClr>
                </a:solidFill>
              </a:rPr>
            </a:br>
            <a:r>
              <a:rPr lang="en-US" sz="11500" dirty="0">
                <a:solidFill>
                  <a:schemeClr val="accent6">
                    <a:lumMod val="40000"/>
                    <a:lumOff val="60000"/>
                  </a:schemeClr>
                </a:solidFill>
              </a:rPr>
              <a:t>ONLY</a:t>
            </a:r>
          </a:p>
        </p:txBody>
      </p:sp>
      <p:sp>
        <p:nvSpPr>
          <p:cNvPr id="8" name="TextBox 7">
            <a:extLst>
              <a:ext uri="{FF2B5EF4-FFF2-40B4-BE49-F238E27FC236}">
                <a16:creationId xmlns:a16="http://schemas.microsoft.com/office/drawing/2014/main" id="{AA870970-E97C-47BA-B58C-258684D53A7B}"/>
              </a:ext>
            </a:extLst>
          </p:cNvPr>
          <p:cNvSpPr txBox="1"/>
          <p:nvPr userDrawn="1"/>
        </p:nvSpPr>
        <p:spPr>
          <a:xfrm>
            <a:off x="491483" y="2250533"/>
            <a:ext cx="9456263" cy="10360609"/>
          </a:xfrm>
          <a:prstGeom prst="rect">
            <a:avLst/>
          </a:prstGeom>
        </p:spPr>
        <p:txBody>
          <a:bodyPr vert="horz" lIns="91440" tIns="45720" rIns="91440" bIns="45720" rtlCol="0">
            <a:normAutofit fontScale="92500"/>
          </a:bodyPr>
          <a:lstStyle>
            <a:lvl1pPr marL="332814" lvl="0" indent="-332814" algn="l" defTabSz="1331254" eaLnBrk="1" hangingPunct="1">
              <a:lnSpc>
                <a:spcPct val="90000"/>
              </a:lnSpc>
              <a:spcBef>
                <a:spcPts val="6000"/>
              </a:spcBef>
              <a:spcAft>
                <a:spcPts val="1000"/>
              </a:spcAft>
              <a:buSzPct val="160000"/>
              <a:buBlip>
                <a:blip r:embed="rId3"/>
              </a:buBlip>
              <a:defRPr sz="2824" kern="1200">
                <a:solidFill>
                  <a:schemeClr val="tx1"/>
                </a:solidFill>
                <a:latin typeface="Poppins Bold"/>
                <a:ea typeface="+mn-ea"/>
                <a:cs typeface="+mn-cs"/>
              </a:defRPr>
            </a:lvl1pPr>
            <a:lvl2pPr marL="998441" lvl="1" indent="-332814" algn="l" defTabSz="1331254" eaLnBrk="1" hangingPunct="1">
              <a:lnSpc>
                <a:spcPct val="90000"/>
              </a:lnSpc>
              <a:spcAft>
                <a:spcPts val="1000"/>
              </a:spcAft>
              <a:buFont typeface="Droid Sans" panose="020B0606030804020204" pitchFamily="34" charset="0"/>
              <a:buChar char="−"/>
              <a:defRPr sz="2824" kern="1200">
                <a:solidFill>
                  <a:schemeClr val="tx1"/>
                </a:solidFill>
                <a:latin typeface="Poppins Bold"/>
                <a:ea typeface="+mn-ea"/>
                <a:cs typeface="+mn-cs"/>
              </a:defRPr>
            </a:lvl2pPr>
            <a:lvl3pPr marL="1664068" lvl="2"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3pPr>
            <a:lvl4pPr marL="2329695"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4pPr>
            <a:lvl5pPr marL="2995322" indent="-332814" algn="l" defTabSz="1331254" eaLnBrk="1" hangingPunct="1">
              <a:lnSpc>
                <a:spcPct val="90000"/>
              </a:lnSpc>
              <a:spcBef>
                <a:spcPts val="1000"/>
              </a:spcBef>
              <a:spcAft>
                <a:spcPts val="1000"/>
              </a:spcAft>
              <a:buFont typeface="Arial" panose="020B0604020202020204" pitchFamily="34" charset="0"/>
              <a:buChar char="•"/>
              <a:defRPr sz="2824" kern="1200">
                <a:solidFill>
                  <a:schemeClr val="tx1"/>
                </a:solidFill>
                <a:latin typeface="Poppins Bold"/>
                <a:ea typeface="+mn-ea"/>
                <a:cs typeface="+mn-cs"/>
              </a:defRPr>
            </a:lvl5pPr>
            <a:lvl6pPr marL="3660950"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6pPr>
            <a:lvl7pPr marL="4326577"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7pPr>
            <a:lvl8pPr marL="4992204"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8pPr>
            <a:lvl9pPr marL="5657831" indent="-332814" algn="l" defTabSz="1331254" eaLnBrk="1"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9pPr>
          </a:lstStyle>
          <a:p>
            <a:pPr lvl="0">
              <a:spcBef>
                <a:spcPts val="3500"/>
              </a:spcBef>
            </a:pPr>
            <a:r>
              <a:rPr lang="en-US" b="0" dirty="0">
                <a:latin typeface="Poppins" panose="00000500000000000000" pitchFamily="2" charset="0"/>
                <a:cs typeface="Poppins" panose="00000500000000000000" pitchFamily="2" charset="0"/>
              </a:rPr>
              <a:t>As a starting point on pay equity, we can evaluate how pay levels vary by gender within a single job title</a:t>
            </a:r>
          </a:p>
          <a:p>
            <a:pPr lvl="0">
              <a:spcBef>
                <a:spcPts val="3500"/>
              </a:spcBef>
            </a:pPr>
            <a:r>
              <a:rPr lang="en-US" b="0" dirty="0">
                <a:latin typeface="Poppins" panose="00000500000000000000" pitchFamily="2" charset="0"/>
                <a:cs typeface="Poppins" panose="00000500000000000000" pitchFamily="2" charset="0"/>
              </a:rPr>
              <a:t>The charts at right illustrate one way to measure the existence of a gender skew in pay levels</a:t>
            </a:r>
          </a:p>
          <a:p>
            <a:pPr lvl="1">
              <a:spcBef>
                <a:spcPts val="0"/>
              </a:spcBef>
            </a:pPr>
            <a:r>
              <a:rPr lang="en-US" b="0" dirty="0">
                <a:latin typeface="Poppins" panose="00000500000000000000" pitchFamily="2" charset="0"/>
                <a:cs typeface="Poppins" panose="00000500000000000000" pitchFamily="2" charset="0"/>
              </a:rPr>
              <a:t>The charts are histograms; they illustrate how many individuals have salaries above or below the average salary for the given job title</a:t>
            </a:r>
          </a:p>
          <a:p>
            <a:pPr lvl="1"/>
            <a:r>
              <a:rPr lang="en-US" b="0" dirty="0">
                <a:latin typeface="Poppins" panose="00000500000000000000" pitchFamily="2" charset="0"/>
                <a:cs typeface="Poppins" panose="00000500000000000000" pitchFamily="2" charset="0"/>
              </a:rPr>
              <a:t>Taking a “relative to peer average” view allows us to compare across job titles in a meaningful way</a:t>
            </a:r>
          </a:p>
          <a:p>
            <a:pPr lvl="1"/>
            <a:r>
              <a:rPr lang="en-US" b="0" dirty="0">
                <a:latin typeface="Poppins" panose="00000500000000000000" pitchFamily="2" charset="0"/>
                <a:cs typeface="Poppins" panose="00000500000000000000" pitchFamily="2" charset="0"/>
              </a:rPr>
              <a:t>The bottom chart illustrates the relative frequency of pay levels at various distances from peer average by gender, controlling for overall gender representation</a:t>
            </a:r>
          </a:p>
          <a:p>
            <a:pPr lvl="0">
              <a:spcBef>
                <a:spcPts val="3500"/>
              </a:spcBef>
            </a:pPr>
            <a:r>
              <a:rPr lang="en-US" b="0" dirty="0">
                <a:latin typeface="Poppins" panose="00000500000000000000" pitchFamily="2" charset="0"/>
                <a:cs typeface="Poppins" panose="00000500000000000000" pitchFamily="2" charset="0"/>
              </a:rPr>
              <a:t>If more female than male bars appear on the left side, it indicates females paid lower relative to males; if more female than male bars appear on the right side, it indicates females paid higher relative to males</a:t>
            </a:r>
          </a:p>
          <a:p>
            <a:pPr lvl="0">
              <a:spcBef>
                <a:spcPts val="3500"/>
              </a:spcBef>
            </a:pPr>
            <a:r>
              <a:rPr lang="en-US" b="0" dirty="0">
                <a:latin typeface="Poppins" panose="00000500000000000000" pitchFamily="2" charset="0"/>
                <a:cs typeface="Poppins" panose="00000500000000000000" pitchFamily="2" charset="0"/>
              </a:rPr>
              <a:t>As a rule of thumb based on working with other companies, A gender skew of ~5% can be considered moderate, while a skew of 10% can be considered significant</a:t>
            </a:r>
          </a:p>
        </p:txBody>
      </p:sp>
    </p:spTree>
    <p:extLst>
      <p:ext uri="{BB962C8B-B14F-4D97-AF65-F5344CB8AC3E}">
        <p14:creationId xmlns:p14="http://schemas.microsoft.com/office/powerpoint/2010/main" val="243513249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02_h2">
    <p:spTree>
      <p:nvGrpSpPr>
        <p:cNvPr id="1" name=""/>
        <p:cNvGrpSpPr/>
        <p:nvPr/>
      </p:nvGrpSpPr>
      <p:grpSpPr>
        <a:xfrm>
          <a:off x="0" y="0"/>
          <a:ext cx="0" cy="0"/>
          <a:chOff x="0" y="0"/>
          <a:chExt cx="0" cy="0"/>
        </a:xfrm>
      </p:grpSpPr>
      <p:pic>
        <p:nvPicPr>
          <p:cNvPr id="12" name="Image" descr="Image">
            <a:extLst>
              <a:ext uri="{FF2B5EF4-FFF2-40B4-BE49-F238E27FC236}">
                <a16:creationId xmlns:a16="http://schemas.microsoft.com/office/drawing/2014/main" id="{6A72AF21-4B65-4F20-88C6-62D97AE6EF18}"/>
              </a:ext>
            </a:extLst>
          </p:cNvPr>
          <p:cNvPicPr>
            <a:picLocks noChangeAspect="1"/>
          </p:cNvPicPr>
          <p:nvPr userDrawn="1"/>
        </p:nvPicPr>
        <p:blipFill rotWithShape="1">
          <a:blip r:embed="rId2">
            <a:duotone>
              <a:schemeClr val="accent1">
                <a:shade val="45000"/>
                <a:satMod val="135000"/>
              </a:schemeClr>
              <a:prstClr val="white"/>
            </a:duotone>
            <a:alphaModFix amt="70000"/>
          </a:blip>
          <a:srcRect l="2819" t="35247" r="10687" b="5247"/>
          <a:stretch/>
        </p:blipFill>
        <p:spPr>
          <a:xfrm flipH="1">
            <a:off x="8867956" y="0"/>
            <a:ext cx="9894165" cy="13716000"/>
          </a:xfrm>
          <a:prstGeom prst="rect">
            <a:avLst/>
          </a:prstGeom>
          <a:ln w="12700">
            <a:miter lim="400000"/>
          </a:ln>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A28101F8-A8FC-4826-B201-3A46E9E6E7EA}"/>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348594352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02_h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2" name="Rectangle">
            <a:extLst>
              <a:ext uri="{FF2B5EF4-FFF2-40B4-BE49-F238E27FC236}">
                <a16:creationId xmlns:a16="http://schemas.microsoft.com/office/drawing/2014/main" id="{596BBB77-563B-49F4-AB12-F13B5789912F}"/>
              </a:ext>
            </a:extLst>
          </p:cNvPr>
          <p:cNvSpPr/>
          <p:nvPr userDrawn="1"/>
        </p:nvSpPr>
        <p:spPr>
          <a:xfrm>
            <a:off x="10228938" y="-98886"/>
            <a:ext cx="8059062" cy="13913772"/>
          </a:xfrm>
          <a:prstGeom prst="rect">
            <a:avLst/>
          </a:prstGeom>
          <a:solidFill>
            <a:srgbClr val="F15026">
              <a:alpha val="10604"/>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a:p>
        </p:txBody>
      </p:sp>
    </p:spTree>
    <p:extLst>
      <p:ext uri="{BB962C8B-B14F-4D97-AF65-F5344CB8AC3E}">
        <p14:creationId xmlns:p14="http://schemas.microsoft.com/office/powerpoint/2010/main" val="121866274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02_h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C8931CAC-5068-4CA6-9652-B441A5364220}"/>
              </a:ext>
            </a:extLst>
          </p:cNvPr>
          <p:cNvPicPr>
            <a:picLocks noChangeAspect="1"/>
          </p:cNvPicPr>
          <p:nvPr userDrawn="1"/>
        </p:nvPicPr>
        <p:blipFill rotWithShape="1">
          <a:blip r:embed="rId2"/>
          <a:srcRect l="2878" t="20798" r="925"/>
          <a:stretch/>
        </p:blipFill>
        <p:spPr>
          <a:xfrm rot="5400000">
            <a:off x="6772215" y="2236600"/>
            <a:ext cx="13892509" cy="9428056"/>
          </a:xfrm>
          <a:prstGeom prst="rect">
            <a:avLst/>
          </a:prstGeom>
          <a:ln w="12700">
            <a:miter lim="400000"/>
          </a:ln>
        </p:spPr>
      </p:pic>
    </p:spTree>
    <p:extLst>
      <p:ext uri="{BB962C8B-B14F-4D97-AF65-F5344CB8AC3E}">
        <p14:creationId xmlns:p14="http://schemas.microsoft.com/office/powerpoint/2010/main" val="420118216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h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pic>
        <p:nvPicPr>
          <p:cNvPr id="6" name="Image" descr="Image">
            <a:extLst>
              <a:ext uri="{FF2B5EF4-FFF2-40B4-BE49-F238E27FC236}">
                <a16:creationId xmlns:a16="http://schemas.microsoft.com/office/drawing/2014/main" id="{610D252C-4405-4533-BFF0-4653A784AFF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482858" y="2289095"/>
            <a:ext cx="9456263" cy="9980823"/>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3" name="Arrow: Right 12">
            <a:extLst>
              <a:ext uri="{FF2B5EF4-FFF2-40B4-BE49-F238E27FC236}">
                <a16:creationId xmlns:a16="http://schemas.microsoft.com/office/drawing/2014/main" id="{C53DFD63-4170-46D6-946E-26DBFB53FFD2}"/>
              </a:ext>
            </a:extLst>
          </p:cNvPr>
          <p:cNvSpPr/>
          <p:nvPr userDrawn="1"/>
        </p:nvSpPr>
        <p:spPr>
          <a:xfrm>
            <a:off x="2272740" y="11186084"/>
            <a:ext cx="4723199" cy="481642"/>
          </a:xfrm>
          <a:prstGeom prst="rightArrow">
            <a:avLst/>
          </a:prstGeom>
          <a:gradFill flip="none" rotWithShape="1">
            <a:gsLst>
              <a:gs pos="99000">
                <a:schemeClr val="tx2"/>
              </a:gs>
              <a:gs pos="50000">
                <a:schemeClr val="accent1">
                  <a:tint val="44500"/>
                  <a:satMod val="160000"/>
                </a:schemeClr>
              </a:gs>
              <a:gs pos="0">
                <a:schemeClr val="tx2">
                  <a:lumMod val="20000"/>
                  <a:lumOff val="80000"/>
                </a:schemeClr>
              </a:gs>
            </a:gsLst>
            <a:lin ang="0" scaled="1"/>
            <a:tileRect/>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21CDD1CE-AB0C-4A3F-8D99-7F4858AA5CE1}"/>
              </a:ext>
            </a:extLst>
          </p:cNvPr>
          <p:cNvCxnSpPr>
            <a:cxnSpLocks/>
          </p:cNvCxnSpPr>
          <p:nvPr userDrawn="1"/>
        </p:nvCxnSpPr>
        <p:spPr>
          <a:xfrm>
            <a:off x="2272741" y="10957484"/>
            <a:ext cx="2974675" cy="1"/>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6B3B551D-89D4-46CD-8AC0-39CA1E1DFE28}"/>
              </a:ext>
            </a:extLst>
          </p:cNvPr>
          <p:cNvSpPr txBox="1"/>
          <p:nvPr userDrawn="1"/>
        </p:nvSpPr>
        <p:spPr>
          <a:xfrm>
            <a:off x="2218505" y="10561614"/>
            <a:ext cx="703893" cy="307777"/>
          </a:xfrm>
          <a:prstGeom prst="rect">
            <a:avLst/>
          </a:prstGeom>
          <a:noFill/>
        </p:spPr>
        <p:txBody>
          <a:bodyPr wrap="square" rtlCol="0">
            <a:spAutoFit/>
          </a:bodyPr>
          <a:lstStyle/>
          <a:p>
            <a:r>
              <a:rPr lang="en-US" sz="1400" dirty="0"/>
              <a:t>0%</a:t>
            </a:r>
          </a:p>
        </p:txBody>
      </p:sp>
      <p:sp>
        <p:nvSpPr>
          <p:cNvPr id="17" name="TextBox 16">
            <a:extLst>
              <a:ext uri="{FF2B5EF4-FFF2-40B4-BE49-F238E27FC236}">
                <a16:creationId xmlns:a16="http://schemas.microsoft.com/office/drawing/2014/main" id="{9312395F-6E57-4589-95EB-0C9E2C2AB6E0}"/>
              </a:ext>
            </a:extLst>
          </p:cNvPr>
          <p:cNvSpPr txBox="1"/>
          <p:nvPr userDrawn="1"/>
        </p:nvSpPr>
        <p:spPr>
          <a:xfrm>
            <a:off x="3566017" y="10561614"/>
            <a:ext cx="703893" cy="307777"/>
          </a:xfrm>
          <a:prstGeom prst="rect">
            <a:avLst/>
          </a:prstGeom>
          <a:noFill/>
        </p:spPr>
        <p:txBody>
          <a:bodyPr wrap="square" rtlCol="0">
            <a:spAutoFit/>
          </a:bodyPr>
          <a:lstStyle/>
          <a:p>
            <a:r>
              <a:rPr lang="en-US" sz="1400" dirty="0"/>
              <a:t>5%</a:t>
            </a:r>
          </a:p>
        </p:txBody>
      </p:sp>
      <p:sp>
        <p:nvSpPr>
          <p:cNvPr id="18" name="TextBox 17">
            <a:extLst>
              <a:ext uri="{FF2B5EF4-FFF2-40B4-BE49-F238E27FC236}">
                <a16:creationId xmlns:a16="http://schemas.microsoft.com/office/drawing/2014/main" id="{7FA72B2B-6F51-46B3-85DB-AD6548194688}"/>
              </a:ext>
            </a:extLst>
          </p:cNvPr>
          <p:cNvSpPr txBox="1"/>
          <p:nvPr userDrawn="1"/>
        </p:nvSpPr>
        <p:spPr>
          <a:xfrm>
            <a:off x="4787341" y="10561614"/>
            <a:ext cx="866010" cy="307777"/>
          </a:xfrm>
          <a:prstGeom prst="rect">
            <a:avLst/>
          </a:prstGeom>
          <a:noFill/>
        </p:spPr>
        <p:txBody>
          <a:bodyPr wrap="square" rtlCol="0">
            <a:spAutoFit/>
          </a:bodyPr>
          <a:lstStyle/>
          <a:p>
            <a:r>
              <a:rPr lang="en-US" sz="1400" dirty="0"/>
              <a:t>10%</a:t>
            </a:r>
          </a:p>
        </p:txBody>
      </p:sp>
      <p:sp>
        <p:nvSpPr>
          <p:cNvPr id="19" name="TextBox 18">
            <a:extLst>
              <a:ext uri="{FF2B5EF4-FFF2-40B4-BE49-F238E27FC236}">
                <a16:creationId xmlns:a16="http://schemas.microsoft.com/office/drawing/2014/main" id="{A29C9E7F-5ECB-4661-AE80-544BE8477FB8}"/>
              </a:ext>
            </a:extLst>
          </p:cNvPr>
          <p:cNvSpPr txBox="1"/>
          <p:nvPr userDrawn="1"/>
        </p:nvSpPr>
        <p:spPr>
          <a:xfrm>
            <a:off x="2218506" y="11000673"/>
            <a:ext cx="1177166" cy="261610"/>
          </a:xfrm>
          <a:prstGeom prst="rect">
            <a:avLst/>
          </a:prstGeom>
          <a:noFill/>
        </p:spPr>
        <p:txBody>
          <a:bodyPr wrap="square" rtlCol="0">
            <a:spAutoFit/>
          </a:bodyPr>
          <a:lstStyle/>
          <a:p>
            <a:r>
              <a:rPr lang="en-US" sz="1100" i="1" dirty="0"/>
              <a:t>No skew</a:t>
            </a:r>
          </a:p>
        </p:txBody>
      </p:sp>
      <p:sp>
        <p:nvSpPr>
          <p:cNvPr id="20" name="TextBox 19">
            <a:extLst>
              <a:ext uri="{FF2B5EF4-FFF2-40B4-BE49-F238E27FC236}">
                <a16:creationId xmlns:a16="http://schemas.microsoft.com/office/drawing/2014/main" id="{31BF139A-56E7-46C2-A4BA-0AB31989421E}"/>
              </a:ext>
            </a:extLst>
          </p:cNvPr>
          <p:cNvSpPr txBox="1"/>
          <p:nvPr userDrawn="1"/>
        </p:nvSpPr>
        <p:spPr>
          <a:xfrm>
            <a:off x="3203738" y="11000673"/>
            <a:ext cx="1885767" cy="261610"/>
          </a:xfrm>
          <a:prstGeom prst="rect">
            <a:avLst/>
          </a:prstGeom>
          <a:noFill/>
        </p:spPr>
        <p:txBody>
          <a:bodyPr wrap="square" rtlCol="0">
            <a:spAutoFit/>
          </a:bodyPr>
          <a:lstStyle/>
          <a:p>
            <a:r>
              <a:rPr lang="en-US" sz="1100" i="1" dirty="0"/>
              <a:t>Moderate skew</a:t>
            </a:r>
          </a:p>
        </p:txBody>
      </p:sp>
      <p:sp>
        <p:nvSpPr>
          <p:cNvPr id="21" name="TextBox 20">
            <a:extLst>
              <a:ext uri="{FF2B5EF4-FFF2-40B4-BE49-F238E27FC236}">
                <a16:creationId xmlns:a16="http://schemas.microsoft.com/office/drawing/2014/main" id="{4529D0F3-D3DD-41B5-A388-DE4B609E6FF7}"/>
              </a:ext>
            </a:extLst>
          </p:cNvPr>
          <p:cNvSpPr txBox="1"/>
          <p:nvPr userDrawn="1"/>
        </p:nvSpPr>
        <p:spPr>
          <a:xfrm>
            <a:off x="4587320" y="11000673"/>
            <a:ext cx="1446486" cy="261610"/>
          </a:xfrm>
          <a:prstGeom prst="rect">
            <a:avLst/>
          </a:prstGeom>
          <a:noFill/>
        </p:spPr>
        <p:txBody>
          <a:bodyPr wrap="square" rtlCol="0">
            <a:spAutoFit/>
          </a:bodyPr>
          <a:lstStyle/>
          <a:p>
            <a:r>
              <a:rPr lang="en-US" sz="1100" i="1" dirty="0"/>
              <a:t>Large skew</a:t>
            </a:r>
          </a:p>
        </p:txBody>
      </p:sp>
      <p:cxnSp>
        <p:nvCxnSpPr>
          <p:cNvPr id="22" name="Straight Connector 21">
            <a:extLst>
              <a:ext uri="{FF2B5EF4-FFF2-40B4-BE49-F238E27FC236}">
                <a16:creationId xmlns:a16="http://schemas.microsoft.com/office/drawing/2014/main" id="{E58B0822-087A-42D2-BA12-4865B2D07269}"/>
              </a:ext>
            </a:extLst>
          </p:cNvPr>
          <p:cNvCxnSpPr>
            <a:cxnSpLocks/>
          </p:cNvCxnSpPr>
          <p:nvPr userDrawn="1"/>
        </p:nvCxnSpPr>
        <p:spPr>
          <a:xfrm>
            <a:off x="2272741" y="10878917"/>
            <a:ext cx="2" cy="267989"/>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88D24390-4720-435D-8695-995A05D82698}"/>
              </a:ext>
            </a:extLst>
          </p:cNvPr>
          <p:cNvCxnSpPr>
            <a:cxnSpLocks/>
          </p:cNvCxnSpPr>
          <p:nvPr userDrawn="1"/>
        </p:nvCxnSpPr>
        <p:spPr>
          <a:xfrm>
            <a:off x="3781782" y="10878917"/>
            <a:ext cx="2" cy="267989"/>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9F5A271C-26F2-4ABF-903F-2DECE6BFAAE9}"/>
              </a:ext>
            </a:extLst>
          </p:cNvPr>
          <p:cNvCxnSpPr>
            <a:cxnSpLocks/>
          </p:cNvCxnSpPr>
          <p:nvPr userDrawn="1"/>
        </p:nvCxnSpPr>
        <p:spPr>
          <a:xfrm>
            <a:off x="5052798" y="10878917"/>
            <a:ext cx="2" cy="267989"/>
          </a:xfrm>
          <a:prstGeom prst="line">
            <a:avLst/>
          </a:prstGeom>
        </p:spPr>
        <p:style>
          <a:lnRef idx="1">
            <a:schemeClr val="dk1"/>
          </a:lnRef>
          <a:fillRef idx="0">
            <a:schemeClr val="dk1"/>
          </a:fillRef>
          <a:effectRef idx="0">
            <a:schemeClr val="dk1"/>
          </a:effectRef>
          <a:fontRef idx="minor">
            <a:schemeClr val="tx1"/>
          </a:fontRef>
        </p:style>
      </p:cxnSp>
      <p:sp>
        <p:nvSpPr>
          <p:cNvPr id="25" name="Multiplication Sign 24">
            <a:extLst>
              <a:ext uri="{FF2B5EF4-FFF2-40B4-BE49-F238E27FC236}">
                <a16:creationId xmlns:a16="http://schemas.microsoft.com/office/drawing/2014/main" id="{2406DC30-DE24-4A64-A1AE-CAE8DFF0DEB6}"/>
              </a:ext>
            </a:extLst>
          </p:cNvPr>
          <p:cNvSpPr/>
          <p:nvPr userDrawn="1"/>
        </p:nvSpPr>
        <p:spPr>
          <a:xfrm>
            <a:off x="4396090" y="10762126"/>
            <a:ext cx="572498" cy="572498"/>
          </a:xfrm>
          <a:prstGeom prst="mathMultiply">
            <a:avLst>
              <a:gd name="adj1" fmla="val 80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9347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02_j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A28101F8-A8FC-4826-B201-3A46E9E6E7EA}"/>
              </a:ext>
            </a:extLst>
          </p:cNvPr>
          <p:cNvPicPr>
            <a:picLocks noChangeAspect="1"/>
          </p:cNvPicPr>
          <p:nvPr userDrawn="1"/>
        </p:nvPicPr>
        <p:blipFill>
          <a:blip r:embed="rId2"/>
          <a:stretch>
            <a:fillRect/>
          </a:stretch>
        </p:blipFill>
        <p:spPr>
          <a:xfrm>
            <a:off x="15378546" y="12626546"/>
            <a:ext cx="997327" cy="636838"/>
          </a:xfrm>
          <a:prstGeom prst="rect">
            <a:avLst/>
          </a:prstGeom>
          <a:ln w="12700">
            <a:miter lim="400000"/>
          </a:ln>
        </p:spPr>
      </p:pic>
      <p:sp>
        <p:nvSpPr>
          <p:cNvPr id="14" name="Rectangle">
            <a:extLst>
              <a:ext uri="{FF2B5EF4-FFF2-40B4-BE49-F238E27FC236}">
                <a16:creationId xmlns:a16="http://schemas.microsoft.com/office/drawing/2014/main" id="{820A1565-B2A7-4457-A29F-63F7B5646301}"/>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
        <p:nvSpPr>
          <p:cNvPr id="16" name="TextBox 15">
            <a:extLst>
              <a:ext uri="{FF2B5EF4-FFF2-40B4-BE49-F238E27FC236}">
                <a16:creationId xmlns:a16="http://schemas.microsoft.com/office/drawing/2014/main" id="{9A880F30-772B-4D70-9996-78E9AF14E1F3}"/>
              </a:ext>
            </a:extLst>
          </p:cNvPr>
          <p:cNvSpPr txBox="1"/>
          <p:nvPr userDrawn="1"/>
        </p:nvSpPr>
        <p:spPr>
          <a:xfrm>
            <a:off x="329259" y="1415910"/>
            <a:ext cx="904094" cy="55399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marL="0" algn="r" defTabSz="1798328" rtl="0" eaLnBrk="1" latinLnBrk="0" hangingPunct="1"/>
            <a:fld id="{EAAED85A-C2D8-4939-B409-388442B3345C}" type="slidenum">
              <a:rPr lang="en-US" sz="3600" kern="1200" baseline="0" smtClean="0">
                <a:solidFill>
                  <a:schemeClr val="accent1"/>
                </a:solidFill>
                <a:latin typeface="Verdana" panose="020B0604030504040204" pitchFamily="34" charset="0"/>
                <a:ea typeface="Verdana" panose="020B0604030504040204" pitchFamily="34" charset="0"/>
                <a:cs typeface="+mn-cs"/>
              </a:rPr>
              <a:pPr marL="0" algn="r" defTabSz="1798328" rtl="0" eaLnBrk="1" latinLnBrk="0" hangingPunct="1"/>
              <a:t>‹#›</a:t>
            </a:fld>
            <a:endParaRPr lang="en-US" sz="3600" kern="1200" baseline="0" dirty="0">
              <a:solidFill>
                <a:schemeClr val="accent1"/>
              </a:solidFill>
              <a:latin typeface="Verdana" panose="020B0604030504040204" pitchFamily="34" charset="0"/>
              <a:ea typeface="Verdana" panose="020B0604030504040204" pitchFamily="34" charset="0"/>
              <a:cs typeface="+mn-cs"/>
            </a:endParaRPr>
          </a:p>
        </p:txBody>
      </p:sp>
      <p:pic>
        <p:nvPicPr>
          <p:cNvPr id="12" name="Picture 11">
            <a:extLst>
              <a:ext uri="{FF2B5EF4-FFF2-40B4-BE49-F238E27FC236}">
                <a16:creationId xmlns:a16="http://schemas.microsoft.com/office/drawing/2014/main" id="{397A46FE-0E68-4EE8-B87E-A6BB1624F0A0}"/>
              </a:ext>
            </a:extLst>
          </p:cNvPr>
          <p:cNvPicPr>
            <a:picLocks noChangeAspect="1"/>
          </p:cNvPicPr>
          <p:nvPr userDrawn="1"/>
        </p:nvPicPr>
        <p:blipFill rotWithShape="1">
          <a:blip r:embed="rId3">
            <a:alphaModFix amt="20000"/>
            <a:duotone>
              <a:prstClr val="black"/>
              <a:srgbClr val="FF8E73">
                <a:tint val="45000"/>
                <a:satMod val="400000"/>
              </a:srgbClr>
            </a:duotone>
            <a:extLst>
              <a:ext uri="{28A0092B-C50C-407E-A947-70E740481C1C}">
                <a14:useLocalDpi xmlns:a14="http://schemas.microsoft.com/office/drawing/2010/main" val="0"/>
              </a:ext>
            </a:extLst>
          </a:blip>
          <a:srcRect r="5619"/>
          <a:stretch/>
        </p:blipFill>
        <p:spPr>
          <a:xfrm flipH="1">
            <a:off x="-1" y="-21622"/>
            <a:ext cx="18357011" cy="13772127"/>
          </a:xfrm>
          <a:prstGeom prst="rect">
            <a:avLst/>
          </a:prstGeom>
        </p:spPr>
      </p:pic>
    </p:spTree>
    <p:extLst>
      <p:ext uri="{BB962C8B-B14F-4D97-AF65-F5344CB8AC3E}">
        <p14:creationId xmlns:p14="http://schemas.microsoft.com/office/powerpoint/2010/main" val="6307747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02_j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A28101F8-A8FC-4826-B201-3A46E9E6E7EA}"/>
              </a:ext>
            </a:extLst>
          </p:cNvPr>
          <p:cNvPicPr>
            <a:picLocks noChangeAspect="1"/>
          </p:cNvPicPr>
          <p:nvPr userDrawn="1"/>
        </p:nvPicPr>
        <p:blipFill>
          <a:blip r:embed="rId2"/>
          <a:stretch>
            <a:fillRect/>
          </a:stretch>
        </p:blipFill>
        <p:spPr>
          <a:xfrm>
            <a:off x="15378546" y="12626546"/>
            <a:ext cx="997327" cy="636838"/>
          </a:xfrm>
          <a:prstGeom prst="rect">
            <a:avLst/>
          </a:prstGeom>
          <a:ln w="12700">
            <a:miter lim="400000"/>
          </a:ln>
        </p:spPr>
      </p:pic>
      <p:sp>
        <p:nvSpPr>
          <p:cNvPr id="12" name="Rectangle">
            <a:extLst>
              <a:ext uri="{FF2B5EF4-FFF2-40B4-BE49-F238E27FC236}">
                <a16:creationId xmlns:a16="http://schemas.microsoft.com/office/drawing/2014/main" id="{0CB35D70-F67E-4942-B1B1-4ABA7D03B8B0}"/>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
        <p:nvSpPr>
          <p:cNvPr id="14" name="TextBox 13">
            <a:extLst>
              <a:ext uri="{FF2B5EF4-FFF2-40B4-BE49-F238E27FC236}">
                <a16:creationId xmlns:a16="http://schemas.microsoft.com/office/drawing/2014/main" id="{5B1C0DA8-3D16-437A-9937-88B527B1A810}"/>
              </a:ext>
            </a:extLst>
          </p:cNvPr>
          <p:cNvSpPr txBox="1"/>
          <p:nvPr userDrawn="1"/>
        </p:nvSpPr>
        <p:spPr>
          <a:xfrm>
            <a:off x="329259" y="1415910"/>
            <a:ext cx="904094" cy="55399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marL="0" algn="r" defTabSz="1798328" rtl="0" eaLnBrk="1" latinLnBrk="0" hangingPunct="1"/>
            <a:fld id="{EAAED85A-C2D8-4939-B409-388442B3345C}" type="slidenum">
              <a:rPr lang="en-US" sz="3600" kern="1200" baseline="0" smtClean="0">
                <a:solidFill>
                  <a:schemeClr val="accent1"/>
                </a:solidFill>
                <a:latin typeface="Verdana" panose="020B0604030504040204" pitchFamily="34" charset="0"/>
                <a:ea typeface="Verdana" panose="020B0604030504040204" pitchFamily="34" charset="0"/>
                <a:cs typeface="+mn-cs"/>
              </a:rPr>
              <a:pPr marL="0" algn="r" defTabSz="1798328" rtl="0" eaLnBrk="1" latinLnBrk="0" hangingPunct="1"/>
              <a:t>‹#›</a:t>
            </a:fld>
            <a:endParaRPr lang="en-US" sz="3600" kern="1200" baseline="0" dirty="0">
              <a:solidFill>
                <a:schemeClr val="accent1"/>
              </a:solidFill>
              <a:latin typeface="Verdana" panose="020B0604030504040204" pitchFamily="34" charset="0"/>
              <a:ea typeface="Verdana" panose="020B0604030504040204" pitchFamily="34" charset="0"/>
              <a:cs typeface="+mn-cs"/>
            </a:endParaRPr>
          </a:p>
        </p:txBody>
      </p:sp>
      <p:pic>
        <p:nvPicPr>
          <p:cNvPr id="16" name="Picture 15">
            <a:extLst>
              <a:ext uri="{FF2B5EF4-FFF2-40B4-BE49-F238E27FC236}">
                <a16:creationId xmlns:a16="http://schemas.microsoft.com/office/drawing/2014/main" id="{EB291E49-AA3B-4C3D-AFE6-C2C05D7F8801}"/>
              </a:ext>
            </a:extLst>
          </p:cNvPr>
          <p:cNvPicPr>
            <a:picLocks noChangeAspect="1"/>
          </p:cNvPicPr>
          <p:nvPr userDrawn="1"/>
        </p:nvPicPr>
        <p:blipFill rotWithShape="1">
          <a:blip r:embed="rId3">
            <a:alphaModFix amt="20000"/>
            <a:duotone>
              <a:prstClr val="black"/>
              <a:srgbClr val="FF8E73">
                <a:tint val="45000"/>
                <a:satMod val="400000"/>
              </a:srgbClr>
            </a:duotone>
            <a:extLst>
              <a:ext uri="{28A0092B-C50C-407E-A947-70E740481C1C}">
                <a14:useLocalDpi xmlns:a14="http://schemas.microsoft.com/office/drawing/2010/main" val="0"/>
              </a:ext>
            </a:extLst>
          </a:blip>
          <a:srcRect r="12450"/>
          <a:stretch/>
        </p:blipFill>
        <p:spPr>
          <a:xfrm flipH="1">
            <a:off x="0" y="-21622"/>
            <a:ext cx="17028552" cy="13772127"/>
          </a:xfrm>
          <a:prstGeom prst="rect">
            <a:avLst/>
          </a:prstGeom>
        </p:spPr>
      </p:pic>
    </p:spTree>
    <p:extLst>
      <p:ext uri="{BB962C8B-B14F-4D97-AF65-F5344CB8AC3E}">
        <p14:creationId xmlns:p14="http://schemas.microsoft.com/office/powerpoint/2010/main" val="352952375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02_j_0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9F970-25A7-4A80-A17D-6419D22130F7}"/>
              </a:ext>
            </a:extLst>
          </p:cNvPr>
          <p:cNvPicPr>
            <a:picLocks noChangeAspect="1"/>
          </p:cNvPicPr>
          <p:nvPr userDrawn="1"/>
        </p:nvPicPr>
        <p:blipFill>
          <a:blip r:embed="rId2">
            <a:alphaModFix amt="20000"/>
            <a:duotone>
              <a:prstClr val="black"/>
              <a:srgbClr val="FF8E73">
                <a:tint val="45000"/>
                <a:satMod val="400000"/>
              </a:srgbClr>
            </a:duotone>
            <a:extLst>
              <a:ext uri="{28A0092B-C50C-407E-A947-70E740481C1C}">
                <a14:useLocalDpi xmlns:a14="http://schemas.microsoft.com/office/drawing/2010/main" val="0"/>
              </a:ext>
            </a:extLst>
          </a:blip>
          <a:stretch>
            <a:fillRect/>
          </a:stretch>
        </p:blipFill>
        <p:spPr>
          <a:xfrm flipH="1">
            <a:off x="-23359" y="-21622"/>
            <a:ext cx="19450050" cy="13772127"/>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normAutofit/>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A28101F8-A8FC-4826-B201-3A46E9E6E7EA}"/>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14" name="Rectangle">
            <a:extLst>
              <a:ext uri="{FF2B5EF4-FFF2-40B4-BE49-F238E27FC236}">
                <a16:creationId xmlns:a16="http://schemas.microsoft.com/office/drawing/2014/main" id="{B273A3AC-D6E6-4690-9803-13BCD8F6CD4C}"/>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
        <p:nvSpPr>
          <p:cNvPr id="16" name="TextBox 15">
            <a:extLst>
              <a:ext uri="{FF2B5EF4-FFF2-40B4-BE49-F238E27FC236}">
                <a16:creationId xmlns:a16="http://schemas.microsoft.com/office/drawing/2014/main" id="{7981405B-0B48-4075-BB98-DEFBC6053658}"/>
              </a:ext>
            </a:extLst>
          </p:cNvPr>
          <p:cNvSpPr txBox="1"/>
          <p:nvPr userDrawn="1"/>
        </p:nvSpPr>
        <p:spPr>
          <a:xfrm>
            <a:off x="329259" y="1415910"/>
            <a:ext cx="904094" cy="55399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marL="0" algn="r" defTabSz="1798328" rtl="0" eaLnBrk="1" latinLnBrk="0" hangingPunct="1"/>
            <a:fld id="{EAAED85A-C2D8-4939-B409-388442B3345C}" type="slidenum">
              <a:rPr lang="en-US" sz="3600" kern="1200" baseline="0" smtClean="0">
                <a:solidFill>
                  <a:schemeClr val="accent1"/>
                </a:solidFill>
                <a:latin typeface="Verdana" panose="020B0604030504040204" pitchFamily="34" charset="0"/>
                <a:ea typeface="Verdana" panose="020B0604030504040204" pitchFamily="34" charset="0"/>
                <a:cs typeface="+mn-cs"/>
              </a:rPr>
              <a:pPr marL="0" algn="r" defTabSz="1798328" rtl="0" eaLnBrk="1" latinLnBrk="0" hangingPunct="1"/>
              <a:t>‹#›</a:t>
            </a:fld>
            <a:endParaRPr lang="en-US" sz="3600" kern="1200" baseline="0" dirty="0">
              <a:solidFill>
                <a:schemeClr val="accent1"/>
              </a:solidFill>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7516705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_j_0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F51BA74-AE99-4847-A93C-569820A9D7F7}"/>
              </a:ext>
            </a:extLst>
          </p:cNvPr>
          <p:cNvPicPr>
            <a:picLocks noChangeAspect="1"/>
          </p:cNvPicPr>
          <p:nvPr userDrawn="1"/>
        </p:nvPicPr>
        <p:blipFill>
          <a:blip r:embed="rId2">
            <a:alphaModFix amt="20000"/>
            <a:duotone>
              <a:prstClr val="black"/>
              <a:srgbClr val="FF8E73">
                <a:tint val="45000"/>
                <a:satMod val="400000"/>
              </a:srgbClr>
            </a:duotone>
            <a:extLst>
              <a:ext uri="{28A0092B-C50C-407E-A947-70E740481C1C}">
                <a14:useLocalDpi xmlns:a14="http://schemas.microsoft.com/office/drawing/2010/main" val="0"/>
              </a:ext>
            </a:extLst>
          </a:blip>
          <a:stretch>
            <a:fillRect/>
          </a:stretch>
        </p:blipFill>
        <p:spPr>
          <a:xfrm flipH="1">
            <a:off x="-23359" y="-21622"/>
            <a:ext cx="19450050" cy="13772127"/>
          </a:xfrm>
          <a:prstGeom prst="rect">
            <a:avLst/>
          </a:prstGeom>
        </p:spPr>
      </p:pic>
      <p:sp>
        <p:nvSpPr>
          <p:cNvPr id="2" name="Title 1">
            <a:extLst>
              <a:ext uri="{FF2B5EF4-FFF2-40B4-BE49-F238E27FC236}">
                <a16:creationId xmlns:a16="http://schemas.microsoft.com/office/drawing/2014/main" id="{CDD8C693-F77F-4F2A-9D32-C17CE0D55D86}"/>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A672B748-F35D-468D-9610-132CEE8498E0}"/>
              </a:ext>
            </a:extLst>
          </p:cNvPr>
          <p:cNvSpPr>
            <a:spLocks noGrp="1"/>
          </p:cNvSpPr>
          <p:nvPr>
            <p:ph type="ftr" sz="quarter" idx="11"/>
          </p:nvPr>
        </p:nvSpPr>
        <p:spPr>
          <a:xfrm>
            <a:off x="6057900" y="12712701"/>
            <a:ext cx="6172200" cy="730249"/>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C48E621-C7DC-40F6-AE0A-878F61EB91B5}"/>
              </a:ext>
            </a:extLst>
          </p:cNvPr>
          <p:cNvSpPr>
            <a:spLocks noGrp="1"/>
          </p:cNvSpPr>
          <p:nvPr>
            <p:ph type="sldNum" sz="quarter" idx="12"/>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0" name="Content Placeholder 8">
            <a:extLst>
              <a:ext uri="{FF2B5EF4-FFF2-40B4-BE49-F238E27FC236}">
                <a16:creationId xmlns:a16="http://schemas.microsoft.com/office/drawing/2014/main" id="{7B6E1CCF-00FC-433A-9618-B042F6F5DC93}"/>
              </a:ext>
            </a:extLst>
          </p:cNvPr>
          <p:cNvSpPr>
            <a:spLocks noGrp="1"/>
          </p:cNvSpPr>
          <p:nvPr>
            <p:ph sz="quarter" idx="14"/>
          </p:nvPr>
        </p:nvSpPr>
        <p:spPr>
          <a:xfrm>
            <a:off x="10236412" y="1654628"/>
            <a:ext cx="7568728" cy="10615289"/>
          </a:xfrm>
          <a:prstGeom prst="rect">
            <a:avLst/>
          </a:prstGeom>
        </p:spPr>
        <p:txBody>
          <a:bodyPr>
            <a:normAutofit/>
          </a:bodyPr>
          <a:lstStyle>
            <a:lvl1pPr>
              <a:spcBef>
                <a:spcPts val="1600"/>
              </a:spcBef>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643BD75A-2562-4951-9D84-5250FA029277}"/>
              </a:ext>
            </a:extLst>
          </p:cNvPr>
          <p:cNvCxnSpPr>
            <a:cxnSpLocks/>
          </p:cNvCxnSpPr>
          <p:nvPr userDrawn="1"/>
        </p:nvCxnSpPr>
        <p:spPr>
          <a:xfrm>
            <a:off x="10189076" y="2082760"/>
            <a:ext cx="0" cy="10187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03209EC5-8CF8-43E2-93E2-D64FD1703A24}"/>
              </a:ext>
            </a:extLst>
          </p:cNvPr>
          <p:cNvSpPr>
            <a:spLocks noGrp="1"/>
          </p:cNvSpPr>
          <p:nvPr>
            <p:ph sz="quarter" idx="15"/>
          </p:nvPr>
        </p:nvSpPr>
        <p:spPr>
          <a:xfrm>
            <a:off x="1069459" y="2846717"/>
            <a:ext cx="7798500" cy="9423201"/>
          </a:xfrm>
          <a:prstGeom prst="rect">
            <a:avLst/>
          </a:prstGeom>
        </p:spPr>
        <p:txBody>
          <a:bodyPr>
            <a:normAutofit/>
          </a:bodyPr>
          <a:lstStyle/>
          <a:p>
            <a:pPr lvl="0"/>
            <a:r>
              <a:rPr lang="en-US"/>
              <a:t>Click to edit Master text styles</a:t>
            </a:r>
          </a:p>
          <a:p>
            <a:pPr lvl="1"/>
            <a:r>
              <a:rPr lang="en-US"/>
              <a:t>Second level</a:t>
            </a:r>
          </a:p>
          <a:p>
            <a:pPr lvl="2"/>
            <a:r>
              <a:rPr lang="en-US"/>
              <a:t>Third level</a:t>
            </a:r>
          </a:p>
        </p:txBody>
      </p:sp>
      <p:pic>
        <p:nvPicPr>
          <p:cNvPr id="9" name="Image" descr="Image">
            <a:extLst>
              <a:ext uri="{FF2B5EF4-FFF2-40B4-BE49-F238E27FC236}">
                <a16:creationId xmlns:a16="http://schemas.microsoft.com/office/drawing/2014/main" id="{A28101F8-A8FC-4826-B201-3A46E9E6E7EA}"/>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
        <p:nvSpPr>
          <p:cNvPr id="14" name="Rectangle">
            <a:extLst>
              <a:ext uri="{FF2B5EF4-FFF2-40B4-BE49-F238E27FC236}">
                <a16:creationId xmlns:a16="http://schemas.microsoft.com/office/drawing/2014/main" id="{B273A3AC-D6E6-4690-9803-13BCD8F6CD4C}"/>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
        <p:nvSpPr>
          <p:cNvPr id="16" name="TextBox 15">
            <a:extLst>
              <a:ext uri="{FF2B5EF4-FFF2-40B4-BE49-F238E27FC236}">
                <a16:creationId xmlns:a16="http://schemas.microsoft.com/office/drawing/2014/main" id="{7981405B-0B48-4075-BB98-DEFBC6053658}"/>
              </a:ext>
            </a:extLst>
          </p:cNvPr>
          <p:cNvSpPr txBox="1"/>
          <p:nvPr userDrawn="1"/>
        </p:nvSpPr>
        <p:spPr>
          <a:xfrm>
            <a:off x="329259" y="1415910"/>
            <a:ext cx="904094" cy="55399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marL="0" algn="r" defTabSz="1798328" rtl="0" eaLnBrk="1" latinLnBrk="0" hangingPunct="1"/>
            <a:fld id="{EAAED85A-C2D8-4939-B409-388442B3345C}" type="slidenum">
              <a:rPr lang="en-US" sz="3600" kern="1200" baseline="0" smtClean="0">
                <a:solidFill>
                  <a:schemeClr val="accent1"/>
                </a:solidFill>
                <a:latin typeface="Verdana" panose="020B0604030504040204" pitchFamily="34" charset="0"/>
                <a:ea typeface="Verdana" panose="020B0604030504040204" pitchFamily="34" charset="0"/>
                <a:cs typeface="+mn-cs"/>
              </a:rPr>
              <a:pPr marL="0" algn="r" defTabSz="1798328" rtl="0" eaLnBrk="1" latinLnBrk="0" hangingPunct="1"/>
              <a:t>‹#›</a:t>
            </a:fld>
            <a:endParaRPr lang="en-US" sz="3600" kern="1200" baseline="0" dirty="0">
              <a:solidFill>
                <a:schemeClr val="accent1"/>
              </a:solidFill>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417272865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02_i1">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41F6C434-9744-48A1-AECF-71BE0F7AE60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718476" y="2569983"/>
            <a:ext cx="3495913" cy="9550487"/>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4727275" y="2569983"/>
            <a:ext cx="12870613" cy="959326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487506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02_i2">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41F6C434-9744-48A1-AECF-71BE0F7AE60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718476" y="2569983"/>
            <a:ext cx="4043305" cy="9550487"/>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5279366" y="2569983"/>
            <a:ext cx="12318522" cy="959326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600310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02_K_01">
    <p:spTree>
      <p:nvGrpSpPr>
        <p:cNvPr id="1" name=""/>
        <p:cNvGrpSpPr/>
        <p:nvPr/>
      </p:nvGrpSpPr>
      <p:grpSpPr>
        <a:xfrm>
          <a:off x="0" y="0"/>
          <a:ext cx="0" cy="0"/>
          <a:chOff x="0" y="0"/>
          <a:chExt cx="0" cy="0"/>
        </a:xfrm>
      </p:grpSpPr>
      <p:pic>
        <p:nvPicPr>
          <p:cNvPr id="8" name="Image" descr="Image">
            <a:extLst>
              <a:ext uri="{FF2B5EF4-FFF2-40B4-BE49-F238E27FC236}">
                <a16:creationId xmlns:a16="http://schemas.microsoft.com/office/drawing/2014/main" id="{BDA29ABE-1DD6-446F-ADA7-21F30C17264B}"/>
              </a:ext>
            </a:extLst>
          </p:cNvPr>
          <p:cNvPicPr>
            <a:picLocks noChangeAspect="1"/>
          </p:cNvPicPr>
          <p:nvPr userDrawn="1"/>
        </p:nvPicPr>
        <p:blipFill>
          <a:blip r:embed="rId2">
            <a:lum bright="70000" contrast="-70000"/>
          </a:blip>
          <a:stretch>
            <a:fillRect/>
          </a:stretch>
        </p:blipFill>
        <p:spPr>
          <a:xfrm rot="10800000" flipH="1" flipV="1">
            <a:off x="-1328779" y="6823209"/>
            <a:ext cx="7586444" cy="7790853"/>
          </a:xfrm>
          <a:prstGeom prst="rect">
            <a:avLst/>
          </a:prstGeom>
          <a:ln w="12700">
            <a:miter lim="400000"/>
          </a:ln>
        </p:spPr>
      </p:pic>
      <p:pic>
        <p:nvPicPr>
          <p:cNvPr id="9" name="Image" descr="Image">
            <a:extLst>
              <a:ext uri="{FF2B5EF4-FFF2-40B4-BE49-F238E27FC236}">
                <a16:creationId xmlns:a16="http://schemas.microsoft.com/office/drawing/2014/main" id="{69F80053-EA3C-4FB3-974D-30BF85F78466}"/>
              </a:ext>
            </a:extLst>
          </p:cNvPr>
          <p:cNvPicPr>
            <a:picLocks noChangeAspect="1"/>
          </p:cNvPicPr>
          <p:nvPr userDrawn="1"/>
        </p:nvPicPr>
        <p:blipFill>
          <a:blip r:embed="rId2"/>
          <a:stretch>
            <a:fillRect/>
          </a:stretch>
        </p:blipFill>
        <p:spPr>
          <a:xfrm rot="10800000" flipH="1" flipV="1">
            <a:off x="-1271629" y="7456529"/>
            <a:ext cx="7305874" cy="7157533"/>
          </a:xfrm>
          <a:prstGeom prst="rect">
            <a:avLst/>
          </a:prstGeom>
          <a:ln w="12700">
            <a:miter lim="400000"/>
          </a:ln>
        </p:spPr>
      </p:pic>
      <p:pic>
        <p:nvPicPr>
          <p:cNvPr id="10" name="Image" descr="Image">
            <a:extLst>
              <a:ext uri="{FF2B5EF4-FFF2-40B4-BE49-F238E27FC236}">
                <a16:creationId xmlns:a16="http://schemas.microsoft.com/office/drawing/2014/main" id="{F8F59F2B-BA2F-4E1F-9DF6-9033BA00B40A}"/>
              </a:ext>
            </a:extLst>
          </p:cNvPr>
          <p:cNvPicPr>
            <a:picLocks noChangeAspect="1"/>
          </p:cNvPicPr>
          <p:nvPr userDrawn="1"/>
        </p:nvPicPr>
        <p:blipFill>
          <a:blip r:embed="rId2">
            <a:lum bright="70000" contrast="-70000"/>
          </a:blip>
          <a:stretch>
            <a:fillRect/>
          </a:stretch>
        </p:blipFill>
        <p:spPr>
          <a:xfrm flipH="1" flipV="1">
            <a:off x="12082306" y="-1769364"/>
            <a:ext cx="7586444" cy="7790853"/>
          </a:xfrm>
          <a:prstGeom prst="rect">
            <a:avLst/>
          </a:prstGeom>
          <a:ln w="12700">
            <a:miter lim="400000"/>
          </a:ln>
        </p:spPr>
      </p:pic>
      <p:pic>
        <p:nvPicPr>
          <p:cNvPr id="11" name="Image" descr="Image">
            <a:extLst>
              <a:ext uri="{FF2B5EF4-FFF2-40B4-BE49-F238E27FC236}">
                <a16:creationId xmlns:a16="http://schemas.microsoft.com/office/drawing/2014/main" id="{25E1FB78-32B6-42C4-BBB5-E88F24CACDCA}"/>
              </a:ext>
            </a:extLst>
          </p:cNvPr>
          <p:cNvPicPr>
            <a:picLocks noChangeAspect="1"/>
          </p:cNvPicPr>
          <p:nvPr userDrawn="1"/>
        </p:nvPicPr>
        <p:blipFill>
          <a:blip r:embed="rId2"/>
          <a:stretch>
            <a:fillRect/>
          </a:stretch>
        </p:blipFill>
        <p:spPr>
          <a:xfrm flipH="1" flipV="1">
            <a:off x="12139456" y="-1905600"/>
            <a:ext cx="7305874" cy="7157533"/>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718476" y="2569983"/>
            <a:ext cx="4043305" cy="10142718"/>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5279366" y="2569983"/>
            <a:ext cx="12318522" cy="959326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B982EAB2-5F7D-45C0-B43F-C56BD8CD251F}"/>
              </a:ext>
            </a:extLst>
          </p:cNvPr>
          <p:cNvSpPr txBox="1"/>
          <p:nvPr userDrawn="1"/>
        </p:nvSpPr>
        <p:spPr>
          <a:xfrm>
            <a:off x="1257300" y="12944965"/>
            <a:ext cx="5712843" cy="318419"/>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defRPr sz="1747">
                <a:solidFill>
                  <a:schemeClr val="tx1">
                    <a:tint val="75000"/>
                  </a:schemeClr>
                </a:solidFill>
                <a:latin typeface="Poppins Bold"/>
              </a:defRPr>
            </a:lvl1pPr>
          </a:lstStyle>
          <a:p>
            <a:pPr lvl="0"/>
            <a:r>
              <a:rPr lang="en-US" b="0" dirty="0">
                <a:latin typeface="Poppins" panose="00000500000000000000" pitchFamily="2" charset="0"/>
                <a:cs typeface="Poppins" panose="00000500000000000000" pitchFamily="2" charset="0"/>
              </a:rPr>
              <a:t>Footer Text</a:t>
            </a:r>
          </a:p>
        </p:txBody>
      </p:sp>
    </p:spTree>
    <p:extLst>
      <p:ext uri="{BB962C8B-B14F-4D97-AF65-F5344CB8AC3E}">
        <p14:creationId xmlns:p14="http://schemas.microsoft.com/office/powerpoint/2010/main" val="12823390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02_i3">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41F6C434-9744-48A1-AECF-71BE0F7AE60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718476" y="2569983"/>
            <a:ext cx="4509132" cy="9550487"/>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5831456" y="2569983"/>
            <a:ext cx="11766431" cy="959326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52968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02_i4">
    <p:spTree>
      <p:nvGrpSpPr>
        <p:cNvPr id="1" name=""/>
        <p:cNvGrpSpPr/>
        <p:nvPr/>
      </p:nvGrpSpPr>
      <p:grpSpPr>
        <a:xfrm>
          <a:off x="0" y="0"/>
          <a:ext cx="0" cy="0"/>
          <a:chOff x="0" y="0"/>
          <a:chExt cx="0" cy="0"/>
        </a:xfrm>
      </p:grpSpPr>
      <p:pic>
        <p:nvPicPr>
          <p:cNvPr id="5" name="Image" descr="Image">
            <a:extLst>
              <a:ext uri="{FF2B5EF4-FFF2-40B4-BE49-F238E27FC236}">
                <a16:creationId xmlns:a16="http://schemas.microsoft.com/office/drawing/2014/main" id="{41F6C434-9744-48A1-AECF-71BE0F7AE606}"/>
              </a:ext>
            </a:extLst>
          </p:cNvPr>
          <p:cNvPicPr>
            <a:picLocks noChangeAspect="1"/>
          </p:cNvPicPr>
          <p:nvPr userDrawn="1"/>
        </p:nvPicPr>
        <p:blipFill>
          <a:blip r:embed="rId2"/>
          <a:stretch>
            <a:fillRect/>
          </a:stretch>
        </p:blipFill>
        <p:spPr>
          <a:xfrm>
            <a:off x="-38676" y="-53528"/>
            <a:ext cx="9726471" cy="8319947"/>
          </a:xfrm>
          <a:prstGeom prst="rect">
            <a:avLst/>
          </a:prstGeom>
          <a:ln w="12700">
            <a:miter lim="400000"/>
          </a:ln>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6" name="Text Placeholder 7">
            <a:extLst>
              <a:ext uri="{FF2B5EF4-FFF2-40B4-BE49-F238E27FC236}">
                <a16:creationId xmlns:a16="http://schemas.microsoft.com/office/drawing/2014/main" id="{6A9F9834-B6B7-404B-989C-151F4BBD70D7}"/>
              </a:ext>
            </a:extLst>
          </p:cNvPr>
          <p:cNvSpPr>
            <a:spLocks noGrp="1"/>
          </p:cNvSpPr>
          <p:nvPr>
            <p:ph type="body" sz="quarter" idx="13"/>
          </p:nvPr>
        </p:nvSpPr>
        <p:spPr>
          <a:xfrm>
            <a:off x="718476" y="2569983"/>
            <a:ext cx="5751335" cy="9550487"/>
          </a:xfrm>
          <a:prstGeom prst="rect">
            <a:avLst/>
          </a:prstGeom>
        </p:spPr>
        <p:txBody>
          <a:bodyPr vert="horz" lIns="91440" tIns="45720" rIns="91440" bIns="45720" rtlCol="0">
            <a:normAutofit/>
          </a:bodyPr>
          <a:lstStyle>
            <a:lvl1pPr>
              <a:defRPr lang="en-US" dirty="0" smtClean="0"/>
            </a:lvl1pPr>
            <a:lvl2pPr>
              <a:defRPr lang="en-US" dirty="0" smtClean="0"/>
            </a:lvl2pPr>
            <a:lvl3pPr>
              <a:defRPr lang="en-US" dirty="0" smtClean="0"/>
            </a:lvl3pPr>
          </a:lstStyle>
          <a:p>
            <a:pPr lvl="0"/>
            <a:r>
              <a:rPr lang="en-US"/>
              <a:t>Click to edit Master text styles</a:t>
            </a:r>
          </a:p>
          <a:p>
            <a:pPr lvl="1"/>
            <a:r>
              <a:rPr lang="en-US"/>
              <a:t>Second level</a:t>
            </a:r>
          </a:p>
          <a:p>
            <a:pPr lvl="2"/>
            <a:r>
              <a:rPr lang="en-US"/>
              <a:t>Third level</a:t>
            </a:r>
          </a:p>
        </p:txBody>
      </p:sp>
      <p:sp>
        <p:nvSpPr>
          <p:cNvPr id="7" name="Content Placeholder 9">
            <a:extLst>
              <a:ext uri="{FF2B5EF4-FFF2-40B4-BE49-F238E27FC236}">
                <a16:creationId xmlns:a16="http://schemas.microsoft.com/office/drawing/2014/main" id="{460B5C21-6D5D-40DB-80EC-2B79E1850D6A}"/>
              </a:ext>
            </a:extLst>
          </p:cNvPr>
          <p:cNvSpPr>
            <a:spLocks noGrp="1"/>
          </p:cNvSpPr>
          <p:nvPr>
            <p:ph sz="quarter" idx="19"/>
          </p:nvPr>
        </p:nvSpPr>
        <p:spPr>
          <a:xfrm>
            <a:off x="6970142" y="2569983"/>
            <a:ext cx="10627745" cy="959326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189330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07_e_01">
    <p:spTree>
      <p:nvGrpSpPr>
        <p:cNvPr id="1" name=""/>
        <p:cNvGrpSpPr/>
        <p:nvPr/>
      </p:nvGrpSpPr>
      <p:grpSpPr>
        <a:xfrm>
          <a:off x="0" y="0"/>
          <a:ext cx="0" cy="0"/>
          <a:chOff x="0" y="0"/>
          <a:chExt cx="0" cy="0"/>
        </a:xfrm>
      </p:grpSpPr>
      <p:pic>
        <p:nvPicPr>
          <p:cNvPr id="12" name="Image" descr="Image">
            <a:extLst>
              <a:ext uri="{FF2B5EF4-FFF2-40B4-BE49-F238E27FC236}">
                <a16:creationId xmlns:a16="http://schemas.microsoft.com/office/drawing/2014/main" id="{05A3E5FF-7186-4E37-81E7-11F8D4CE9793}"/>
              </a:ext>
            </a:extLst>
          </p:cNvPr>
          <p:cNvPicPr>
            <a:picLocks noChangeAspect="1"/>
          </p:cNvPicPr>
          <p:nvPr userDrawn="1"/>
        </p:nvPicPr>
        <p:blipFill rotWithShape="1">
          <a:blip r:embed="rId2"/>
          <a:srcRect l="1565"/>
          <a:stretch/>
        </p:blipFill>
        <p:spPr>
          <a:xfrm flipH="1">
            <a:off x="11096426" y="6573665"/>
            <a:ext cx="7191574" cy="7157533"/>
          </a:xfrm>
          <a:prstGeom prst="rect">
            <a:avLst/>
          </a:prstGeom>
          <a:ln w="12700">
            <a:miter lim="400000"/>
          </a:ln>
        </p:spPr>
      </p:pic>
      <p:sp>
        <p:nvSpPr>
          <p:cNvPr id="7" name="Oval 6">
            <a:extLst>
              <a:ext uri="{FF2B5EF4-FFF2-40B4-BE49-F238E27FC236}">
                <a16:creationId xmlns:a16="http://schemas.microsoft.com/office/drawing/2014/main" id="{AD18CF2C-C0E0-49F1-B11C-F2E64D474AF9}"/>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16" name="Content Placeholder 8">
            <a:extLst>
              <a:ext uri="{FF2B5EF4-FFF2-40B4-BE49-F238E27FC236}">
                <a16:creationId xmlns:a16="http://schemas.microsoft.com/office/drawing/2014/main" id="{224196AD-807A-43D4-B6F8-A6D4442987A2}"/>
              </a:ext>
            </a:extLst>
          </p:cNvPr>
          <p:cNvSpPr>
            <a:spLocks noGrp="1"/>
          </p:cNvSpPr>
          <p:nvPr>
            <p:ph sz="quarter" idx="16"/>
          </p:nvPr>
        </p:nvSpPr>
        <p:spPr>
          <a:xfrm>
            <a:off x="2732616" y="2874947"/>
            <a:ext cx="12822769" cy="7966107"/>
          </a:xfrm>
          <a:prstGeom prst="rect">
            <a:avLst/>
          </a:prstGeom>
        </p:spPr>
        <p:txBody>
          <a:bodyPr>
            <a:norm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8" name="Image" descr="Image">
            <a:extLst>
              <a:ext uri="{FF2B5EF4-FFF2-40B4-BE49-F238E27FC236}">
                <a16:creationId xmlns:a16="http://schemas.microsoft.com/office/drawing/2014/main" id="{233E848D-D471-481D-9769-70A0BE848030}"/>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378068880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07_e_02">
    <p:spTree>
      <p:nvGrpSpPr>
        <p:cNvPr id="1" name=""/>
        <p:cNvGrpSpPr/>
        <p:nvPr/>
      </p:nvGrpSpPr>
      <p:grpSpPr>
        <a:xfrm>
          <a:off x="0" y="0"/>
          <a:ext cx="0" cy="0"/>
          <a:chOff x="0" y="0"/>
          <a:chExt cx="0" cy="0"/>
        </a:xfrm>
      </p:grpSpPr>
      <p:pic>
        <p:nvPicPr>
          <p:cNvPr id="12" name="Image" descr="Image">
            <a:extLst>
              <a:ext uri="{FF2B5EF4-FFF2-40B4-BE49-F238E27FC236}">
                <a16:creationId xmlns:a16="http://schemas.microsoft.com/office/drawing/2014/main" id="{05A3E5FF-7186-4E37-81E7-11F8D4CE9793}"/>
              </a:ext>
            </a:extLst>
          </p:cNvPr>
          <p:cNvPicPr>
            <a:picLocks noChangeAspect="1"/>
          </p:cNvPicPr>
          <p:nvPr userDrawn="1"/>
        </p:nvPicPr>
        <p:blipFill rotWithShape="1">
          <a:blip r:embed="rId2"/>
          <a:srcRect l="1565"/>
          <a:stretch/>
        </p:blipFill>
        <p:spPr>
          <a:xfrm flipH="1">
            <a:off x="11096426" y="6573665"/>
            <a:ext cx="7191574" cy="7157533"/>
          </a:xfrm>
          <a:prstGeom prst="rect">
            <a:avLst/>
          </a:prstGeom>
          <a:ln w="12700">
            <a:miter lim="400000"/>
          </a:ln>
        </p:spPr>
      </p:pic>
      <p:sp>
        <p:nvSpPr>
          <p:cNvPr id="8" name="Oval 7">
            <a:extLst>
              <a:ext uri="{FF2B5EF4-FFF2-40B4-BE49-F238E27FC236}">
                <a16:creationId xmlns:a16="http://schemas.microsoft.com/office/drawing/2014/main" id="{2B79AACD-46EC-409C-9FC0-2DA3D2D09BC3}"/>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9" name="Content Placeholder 8">
            <a:extLst>
              <a:ext uri="{FF2B5EF4-FFF2-40B4-BE49-F238E27FC236}">
                <a16:creationId xmlns:a16="http://schemas.microsoft.com/office/drawing/2014/main" id="{3FBDDA59-C3A4-42AC-8785-734B43DC740A}"/>
              </a:ext>
            </a:extLst>
          </p:cNvPr>
          <p:cNvSpPr>
            <a:spLocks noGrp="1"/>
          </p:cNvSpPr>
          <p:nvPr>
            <p:ph sz="quarter" idx="15"/>
          </p:nvPr>
        </p:nvSpPr>
        <p:spPr>
          <a:xfrm>
            <a:off x="4360588" y="2547390"/>
            <a:ext cx="9217390" cy="4572000"/>
          </a:xfrm>
          <a:prstGeom prst="rect">
            <a:avLst/>
          </a:prstGeom>
        </p:spPr>
        <p:txBody>
          <a:bodyPr>
            <a:norm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A7A3CCE9-5EC6-4FCE-A2A9-3BF5B6AD45EE}"/>
              </a:ext>
            </a:extLst>
          </p:cNvPr>
          <p:cNvSpPr>
            <a:spLocks noGrp="1"/>
          </p:cNvSpPr>
          <p:nvPr>
            <p:ph sz="quarter" idx="16"/>
          </p:nvPr>
        </p:nvSpPr>
        <p:spPr>
          <a:xfrm>
            <a:off x="4360588" y="7552517"/>
            <a:ext cx="9217390" cy="4572000"/>
          </a:xfrm>
          <a:prstGeom prst="rect">
            <a:avLst/>
          </a:prstGeom>
        </p:spPr>
        <p:txBody>
          <a:bodyPr>
            <a:norm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Image" descr="Image">
            <a:extLst>
              <a:ext uri="{FF2B5EF4-FFF2-40B4-BE49-F238E27FC236}">
                <a16:creationId xmlns:a16="http://schemas.microsoft.com/office/drawing/2014/main" id="{097CA60B-7A53-455D-98A3-367555A7A4A1}"/>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91580181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07_e_03">
    <p:spTree>
      <p:nvGrpSpPr>
        <p:cNvPr id="1" name=""/>
        <p:cNvGrpSpPr/>
        <p:nvPr/>
      </p:nvGrpSpPr>
      <p:grpSpPr>
        <a:xfrm>
          <a:off x="0" y="0"/>
          <a:ext cx="0" cy="0"/>
          <a:chOff x="0" y="0"/>
          <a:chExt cx="0" cy="0"/>
        </a:xfrm>
      </p:grpSpPr>
      <p:pic>
        <p:nvPicPr>
          <p:cNvPr id="12" name="Image" descr="Image">
            <a:extLst>
              <a:ext uri="{FF2B5EF4-FFF2-40B4-BE49-F238E27FC236}">
                <a16:creationId xmlns:a16="http://schemas.microsoft.com/office/drawing/2014/main" id="{05A3E5FF-7186-4E37-81E7-11F8D4CE9793}"/>
              </a:ext>
            </a:extLst>
          </p:cNvPr>
          <p:cNvPicPr>
            <a:picLocks noChangeAspect="1"/>
          </p:cNvPicPr>
          <p:nvPr userDrawn="1"/>
        </p:nvPicPr>
        <p:blipFill rotWithShape="1">
          <a:blip r:embed="rId2"/>
          <a:srcRect l="1565"/>
          <a:stretch/>
        </p:blipFill>
        <p:spPr>
          <a:xfrm flipH="1">
            <a:off x="11096426" y="6573665"/>
            <a:ext cx="7191574" cy="7157533"/>
          </a:xfrm>
          <a:prstGeom prst="rect">
            <a:avLst/>
          </a:prstGeom>
          <a:ln w="12700">
            <a:miter lim="400000"/>
          </a:ln>
        </p:spPr>
      </p:pic>
      <p:sp>
        <p:nvSpPr>
          <p:cNvPr id="9" name="Oval 8">
            <a:extLst>
              <a:ext uri="{FF2B5EF4-FFF2-40B4-BE49-F238E27FC236}">
                <a16:creationId xmlns:a16="http://schemas.microsoft.com/office/drawing/2014/main" id="{8974E2F8-3B23-4AE2-836E-BE62CF6482A7}"/>
              </a:ext>
            </a:extLst>
          </p:cNvPr>
          <p:cNvSpPr/>
          <p:nvPr userDrawn="1"/>
        </p:nvSpPr>
        <p:spPr>
          <a:xfrm>
            <a:off x="15078973" y="12440094"/>
            <a:ext cx="1587261" cy="102010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8" name="Content Placeholder 8">
            <a:extLst>
              <a:ext uri="{FF2B5EF4-FFF2-40B4-BE49-F238E27FC236}">
                <a16:creationId xmlns:a16="http://schemas.microsoft.com/office/drawing/2014/main" id="{AFF2E3B6-0660-4047-A891-70FCA2C12688}"/>
              </a:ext>
            </a:extLst>
          </p:cNvPr>
          <p:cNvSpPr>
            <a:spLocks noGrp="1"/>
          </p:cNvSpPr>
          <p:nvPr>
            <p:ph sz="quarter" idx="14"/>
          </p:nvPr>
        </p:nvSpPr>
        <p:spPr>
          <a:xfrm>
            <a:off x="668482" y="284069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A7A3CCE9-5EC6-4FCE-A2A9-3BF5B6AD45EE}"/>
              </a:ext>
            </a:extLst>
          </p:cNvPr>
          <p:cNvSpPr>
            <a:spLocks noGrp="1"/>
          </p:cNvSpPr>
          <p:nvPr>
            <p:ph sz="quarter" idx="16"/>
          </p:nvPr>
        </p:nvSpPr>
        <p:spPr>
          <a:xfrm>
            <a:off x="9469582" y="284069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8">
            <a:extLst>
              <a:ext uri="{FF2B5EF4-FFF2-40B4-BE49-F238E27FC236}">
                <a16:creationId xmlns:a16="http://schemas.microsoft.com/office/drawing/2014/main" id="{20458739-427E-4A39-846D-BC1CC0535585}"/>
              </a:ext>
            </a:extLst>
          </p:cNvPr>
          <p:cNvSpPr>
            <a:spLocks noGrp="1"/>
          </p:cNvSpPr>
          <p:nvPr>
            <p:ph sz="quarter" idx="15"/>
          </p:nvPr>
        </p:nvSpPr>
        <p:spPr>
          <a:xfrm>
            <a:off x="668482" y="785084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5" name="Image" descr="Image">
            <a:extLst>
              <a:ext uri="{FF2B5EF4-FFF2-40B4-BE49-F238E27FC236}">
                <a16:creationId xmlns:a16="http://schemas.microsoft.com/office/drawing/2014/main" id="{5C499FB1-8A31-4250-877E-EBDC19AC683C}"/>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199710765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07_e_04">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258DA29-DFB5-451B-8398-92BD9ACCC4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8079" r="61516"/>
          <a:stretch/>
        </p:blipFill>
        <p:spPr>
          <a:xfrm flipH="1">
            <a:off x="10506185" y="5957899"/>
            <a:ext cx="7781815" cy="7758101"/>
          </a:xfrm>
          <a:prstGeom prst="rect">
            <a:avLst/>
          </a:prstGeom>
        </p:spPr>
      </p:pic>
      <p:sp>
        <p:nvSpPr>
          <p:cNvPr id="2" name="Title 1">
            <a:extLst>
              <a:ext uri="{FF2B5EF4-FFF2-40B4-BE49-F238E27FC236}">
                <a16:creationId xmlns:a16="http://schemas.microsoft.com/office/drawing/2014/main" id="{2D564097-EF5B-4B43-894B-DAC4EE018D4E}"/>
              </a:ext>
            </a:extLst>
          </p:cNvPr>
          <p:cNvSpPr>
            <a:spLocks noGrp="1"/>
          </p:cNvSpPr>
          <p:nvPr>
            <p:ph type="title"/>
          </p:nvPr>
        </p:nvSpPr>
        <p:spPr>
          <a:xfrm>
            <a:off x="1289304" y="1335024"/>
            <a:ext cx="6794873" cy="779701"/>
          </a:xfrm>
          <a:prstGeom prst="rect">
            <a:avLst/>
          </a:prstGeom>
        </p:spPr>
        <p:txBody>
          <a:bodyPr/>
          <a:lstStyle/>
          <a:p>
            <a:r>
              <a:rPr lang="en-US"/>
              <a:t>Click to edit Master title style</a:t>
            </a:r>
            <a:endParaRPr lang="en-US" dirty="0"/>
          </a:p>
        </p:txBody>
      </p:sp>
      <p:sp>
        <p:nvSpPr>
          <p:cNvPr id="4" name="Slide Number Placeholder 3">
            <a:extLst>
              <a:ext uri="{FF2B5EF4-FFF2-40B4-BE49-F238E27FC236}">
                <a16:creationId xmlns:a16="http://schemas.microsoft.com/office/drawing/2014/main" id="{87E8D0D2-B7E6-4681-948D-FE794E19FC6D}"/>
              </a:ext>
            </a:extLst>
          </p:cNvPr>
          <p:cNvSpPr>
            <a:spLocks noGrp="1"/>
          </p:cNvSpPr>
          <p:nvPr>
            <p:ph type="sldNum" sz="quarter" idx="11"/>
          </p:nvPr>
        </p:nvSpPr>
        <p:spPr>
          <a:xfrm>
            <a:off x="12915900" y="12712701"/>
            <a:ext cx="4114800" cy="730249"/>
          </a:xfrm>
          <a:prstGeom prst="rect">
            <a:avLst/>
          </a:prstGeom>
        </p:spPr>
        <p:txBody>
          <a:bodyPr/>
          <a:lstStyle/>
          <a:p>
            <a:fld id="{CA919165-48C6-49ED-83DD-DC88803B4CFE}" type="slidenum">
              <a:rPr lang="en-US" smtClean="0"/>
              <a:pPr/>
              <a:t>‹#›</a:t>
            </a:fld>
            <a:endParaRPr lang="en-US" dirty="0"/>
          </a:p>
        </p:txBody>
      </p:sp>
      <p:sp>
        <p:nvSpPr>
          <p:cNvPr id="8" name="Content Placeholder 8">
            <a:extLst>
              <a:ext uri="{FF2B5EF4-FFF2-40B4-BE49-F238E27FC236}">
                <a16:creationId xmlns:a16="http://schemas.microsoft.com/office/drawing/2014/main" id="{AFF2E3B6-0660-4047-A891-70FCA2C12688}"/>
              </a:ext>
            </a:extLst>
          </p:cNvPr>
          <p:cNvSpPr>
            <a:spLocks noGrp="1"/>
          </p:cNvSpPr>
          <p:nvPr>
            <p:ph sz="quarter" idx="14"/>
          </p:nvPr>
        </p:nvSpPr>
        <p:spPr>
          <a:xfrm>
            <a:off x="668482" y="284069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3FBDDA59-C3A4-42AC-8785-734B43DC740A}"/>
              </a:ext>
            </a:extLst>
          </p:cNvPr>
          <p:cNvSpPr>
            <a:spLocks noGrp="1"/>
          </p:cNvSpPr>
          <p:nvPr>
            <p:ph sz="quarter" idx="15"/>
          </p:nvPr>
        </p:nvSpPr>
        <p:spPr>
          <a:xfrm>
            <a:off x="668482" y="785084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A7A3CCE9-5EC6-4FCE-A2A9-3BF5B6AD45EE}"/>
              </a:ext>
            </a:extLst>
          </p:cNvPr>
          <p:cNvSpPr>
            <a:spLocks noGrp="1"/>
          </p:cNvSpPr>
          <p:nvPr>
            <p:ph sz="quarter" idx="16"/>
          </p:nvPr>
        </p:nvSpPr>
        <p:spPr>
          <a:xfrm>
            <a:off x="9469582" y="284069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D976FEEF-E8C7-4620-BC7A-ED280268B67E}"/>
              </a:ext>
            </a:extLst>
          </p:cNvPr>
          <p:cNvSpPr>
            <a:spLocks noGrp="1"/>
          </p:cNvSpPr>
          <p:nvPr>
            <p:ph sz="quarter" idx="17"/>
          </p:nvPr>
        </p:nvSpPr>
        <p:spPr>
          <a:xfrm>
            <a:off x="9469582" y="7850841"/>
            <a:ext cx="8138160" cy="457200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Image" descr="Image">
            <a:extLst>
              <a:ext uri="{FF2B5EF4-FFF2-40B4-BE49-F238E27FC236}">
                <a16:creationId xmlns:a16="http://schemas.microsoft.com/office/drawing/2014/main" id="{097CA60B-7A53-455D-98A3-367555A7A4A1}"/>
              </a:ext>
            </a:extLst>
          </p:cNvPr>
          <p:cNvPicPr>
            <a:picLocks noChangeAspect="1"/>
          </p:cNvPicPr>
          <p:nvPr userDrawn="1"/>
        </p:nvPicPr>
        <p:blipFill>
          <a:blip r:embed="rId3"/>
          <a:stretch>
            <a:fillRect/>
          </a:stretch>
        </p:blipFill>
        <p:spPr>
          <a:xfrm>
            <a:off x="15378546" y="12626546"/>
            <a:ext cx="997327" cy="636838"/>
          </a:xfrm>
          <a:prstGeom prst="rect">
            <a:avLst/>
          </a:prstGeom>
          <a:ln w="12700">
            <a:miter lim="400000"/>
          </a:ln>
        </p:spPr>
      </p:pic>
    </p:spTree>
    <p:extLst>
      <p:ext uri="{BB962C8B-B14F-4D97-AF65-F5344CB8AC3E}">
        <p14:creationId xmlns:p14="http://schemas.microsoft.com/office/powerpoint/2010/main" val="32159001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796635" y="12256109"/>
            <a:ext cx="16738025" cy="502702"/>
          </a:xfrm>
          <a:prstGeom prst="rect">
            <a:avLst/>
          </a:prstGeom>
          <a:solidFill>
            <a:schemeClr val="accent1"/>
          </a:solidFill>
          <a:ln w="19050">
            <a:noFill/>
          </a:ln>
          <a:effectLst/>
        </p:spPr>
        <p:txBody>
          <a:bodyPr vert="horz" wrap="square" lIns="45720" tIns="45720" rIns="45720" bIns="45720" rtlCol="0" anchor="b">
            <a:spAutoFit/>
          </a:bodyPr>
          <a:lstStyle>
            <a:lvl1pPr marL="0" algn="ctr" defTabSz="1798538" rtl="0" eaLnBrk="1" fontAlgn="base" latinLnBrk="0" hangingPunct="1">
              <a:lnSpc>
                <a:spcPts val="3176"/>
              </a:lnSpc>
              <a:spcBef>
                <a:spcPts val="0"/>
              </a:spcBef>
              <a:spcAft>
                <a:spcPts val="0"/>
              </a:spcAft>
              <a:defRPr lang="en-US" sz="2824" b="1" i="1" kern="1200" dirty="0" smtClean="0">
                <a:solidFill>
                  <a:schemeClr val="tx1"/>
                </a:solidFill>
                <a:latin typeface="+mn-lt"/>
                <a:ea typeface="+mn-ea"/>
                <a:cs typeface="+mn-cs"/>
              </a:defRPr>
            </a:lvl1pPr>
            <a:lvl2pPr marL="0" algn="l" defTabSz="1798538" rtl="0" eaLnBrk="1" latinLnBrk="0" hangingPunct="1">
              <a:spcAft>
                <a:spcPts val="2118"/>
              </a:spcAft>
              <a:defRPr lang="en-US" sz="2824" b="1" i="1" kern="1200" dirty="0" smtClean="0">
                <a:solidFill>
                  <a:schemeClr val="tx1"/>
                </a:solidFill>
                <a:latin typeface="+mn-lt"/>
                <a:ea typeface="+mn-ea"/>
                <a:cs typeface="+mn-cs"/>
              </a:defRPr>
            </a:lvl2pPr>
            <a:lvl3pPr marL="0" algn="l" defTabSz="1798538" rtl="0" eaLnBrk="1" latinLnBrk="0" hangingPunct="1">
              <a:spcAft>
                <a:spcPts val="2118"/>
              </a:spcAft>
              <a:defRPr lang="en-US" sz="2824" b="1" i="1" kern="1200" dirty="0" smtClean="0">
                <a:solidFill>
                  <a:schemeClr val="tx1"/>
                </a:solidFill>
                <a:latin typeface="+mn-lt"/>
                <a:ea typeface="+mn-ea"/>
                <a:cs typeface="+mn-cs"/>
              </a:defRPr>
            </a:lvl3pPr>
            <a:lvl4pPr marL="0" algn="l" defTabSz="1798538" rtl="0" eaLnBrk="1" latinLnBrk="0" hangingPunct="1">
              <a:spcAft>
                <a:spcPts val="2118"/>
              </a:spcAft>
              <a:defRPr lang="en-US" sz="2824" b="1" i="1" kern="1200" dirty="0" smtClean="0">
                <a:solidFill>
                  <a:schemeClr val="tx1"/>
                </a:solidFill>
                <a:latin typeface="+mn-lt"/>
                <a:ea typeface="+mn-ea"/>
                <a:cs typeface="+mn-cs"/>
              </a:defRPr>
            </a:lvl4pPr>
            <a:lvl5pPr marL="0" algn="l" defTabSz="1798538" rtl="0" eaLnBrk="1" latinLnBrk="0" hangingPunct="1">
              <a:spcAft>
                <a:spcPts val="2118"/>
              </a:spcAft>
              <a:defRPr lang="en-US" sz="2824" b="1" i="1" kern="1200" dirty="0" smtClean="0">
                <a:solidFill>
                  <a:schemeClr val="tx1"/>
                </a:solidFill>
                <a:latin typeface="+mn-lt"/>
                <a:ea typeface="+mn-ea"/>
                <a:cs typeface="+mn-cs"/>
              </a:defRPr>
            </a:lvl5pPr>
          </a:lstStyle>
          <a:p>
            <a:pPr marL="0" lvl="0" algn="ctr" defTabSz="1798538" rtl="0" eaLnBrk="1" fontAlgn="base" latinLnBrk="0" hangingPunct="1">
              <a:lnSpc>
                <a:spcPts val="3176"/>
              </a:lnSpc>
              <a:spcBef>
                <a:spcPts val="0"/>
              </a:spcBef>
              <a:spcAft>
                <a:spcPts val="0"/>
              </a:spcAft>
            </a:pPr>
            <a:r>
              <a:rPr lang="en-US"/>
              <a:t>Click to add message statement</a:t>
            </a:r>
            <a:endParaRPr lang="en-US" dirty="0"/>
          </a:p>
        </p:txBody>
      </p:sp>
      <p:sp>
        <p:nvSpPr>
          <p:cNvPr id="10" name="Content Placeholder 8">
            <a:extLst>
              <a:ext uri="{FF2B5EF4-FFF2-40B4-BE49-F238E27FC236}">
                <a16:creationId xmlns:a16="http://schemas.microsoft.com/office/drawing/2014/main" id="{9615F113-3D86-4BBE-B2BB-3E56821C44FA}"/>
              </a:ext>
            </a:extLst>
          </p:cNvPr>
          <p:cNvSpPr>
            <a:spLocks noGrp="1"/>
          </p:cNvSpPr>
          <p:nvPr>
            <p:ph sz="quarter" idx="14"/>
          </p:nvPr>
        </p:nvSpPr>
        <p:spPr>
          <a:xfrm>
            <a:off x="1163782" y="2840692"/>
            <a:ext cx="15960436" cy="9918120"/>
          </a:xfrm>
          <a:prstGeom prst="rect">
            <a:avLst/>
          </a:prstGeom>
        </p:spPr>
        <p:txBody>
          <a:bodyPr>
            <a:noAutofit/>
          </a:bodyPr>
          <a:lstStyle>
            <a:lvl1pPr>
              <a:spcBef>
                <a:spcPts val="3176"/>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62974412-DCFF-49DD-ADBC-3666C5DAF39C}"/>
              </a:ext>
            </a:extLst>
          </p:cNvPr>
          <p:cNvSpPr txBox="1">
            <a:spLocks/>
          </p:cNvSpPr>
          <p:nvPr userDrawn="1"/>
        </p:nvSpPr>
        <p:spPr>
          <a:xfrm>
            <a:off x="1289304" y="1335024"/>
            <a:ext cx="6794873" cy="779701"/>
          </a:xfrm>
          <a:prstGeom prst="rect">
            <a:avLst/>
          </a:prstGeom>
          <a:ln w="12700">
            <a:miter lim="400000"/>
          </a:ln>
        </p:spPr>
        <p:txBody>
          <a:bodyPr wrap="none" lIns="50800" tIns="50800" rIns="50800" bIns="50800" anchor="ctr">
            <a:spAutoFit/>
          </a:bodyPr>
          <a:lstStyle>
            <a:lvl1pPr algn="l" defTabSz="1331254" rtl="0" eaLnBrk="1" latinLnBrk="0" hangingPunct="1">
              <a:lnSpc>
                <a:spcPct val="90000"/>
              </a:lnSpc>
              <a:spcBef>
                <a:spcPct val="0"/>
              </a:spcBef>
              <a:buNone/>
              <a:defRPr kumimoji="0" lang="en-US" sz="4400" b="0" i="0" u="none" strike="noStrike" kern="1200" cap="none" spc="0" normalizeH="0" baseline="0" dirty="0">
                <a:ln>
                  <a:noFill/>
                </a:ln>
                <a:solidFill>
                  <a:srgbClr val="101112"/>
                </a:solidFill>
                <a:effectLst/>
                <a:uFillTx/>
                <a:latin typeface="Poppins Bold"/>
                <a:ea typeface="+mj-ea"/>
                <a:cs typeface="+mj-cs"/>
                <a:sym typeface="Helvetica Neue"/>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Click to edit Master title style</a:t>
            </a:r>
          </a:p>
        </p:txBody>
      </p:sp>
    </p:spTree>
    <p:extLst>
      <p:ext uri="{BB962C8B-B14F-4D97-AF65-F5344CB8AC3E}">
        <p14:creationId xmlns:p14="http://schemas.microsoft.com/office/powerpoint/2010/main" val="62678575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2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1163782" y="2840692"/>
            <a:ext cx="15960436" cy="9771128"/>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475822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4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9559637" y="1892675"/>
            <a:ext cx="8340436" cy="10882032"/>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F5AA4E40-8629-4DCD-8DF5-743383A30873}"/>
              </a:ext>
            </a:extLst>
          </p:cNvPr>
          <p:cNvSpPr>
            <a:spLocks noGrp="1"/>
          </p:cNvSpPr>
          <p:nvPr>
            <p:ph sz="quarter" idx="15"/>
          </p:nvPr>
        </p:nvSpPr>
        <p:spPr>
          <a:xfrm>
            <a:off x="969818" y="2296086"/>
            <a:ext cx="10529455" cy="10882032"/>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200287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8451273" y="1892675"/>
            <a:ext cx="9448800" cy="10882032"/>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F5AA4E40-8629-4DCD-8DF5-743383A30873}"/>
              </a:ext>
            </a:extLst>
          </p:cNvPr>
          <p:cNvSpPr>
            <a:spLocks noGrp="1"/>
          </p:cNvSpPr>
          <p:nvPr>
            <p:ph sz="quarter" idx="15"/>
          </p:nvPr>
        </p:nvSpPr>
        <p:spPr>
          <a:xfrm>
            <a:off x="1108364" y="3092824"/>
            <a:ext cx="7232073" cy="9265555"/>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748976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844145" y="2840691"/>
            <a:ext cx="10889673"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692727" y="2840691"/>
            <a:ext cx="6151418"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04A63057-BBAE-418E-9C90-10B8F6ED1364}"/>
              </a:ext>
            </a:extLst>
          </p:cNvPr>
          <p:cNvCxnSpPr/>
          <p:nvPr userDrawn="1"/>
        </p:nvCxnSpPr>
        <p:spPr>
          <a:xfrm>
            <a:off x="6844145" y="3496235"/>
            <a:ext cx="0" cy="86061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12934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7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650182" y="2840691"/>
            <a:ext cx="11083636"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692727" y="2840691"/>
            <a:ext cx="5957456"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04A63057-BBAE-418E-9C90-10B8F6ED1364}"/>
              </a:ext>
            </a:extLst>
          </p:cNvPr>
          <p:cNvCxnSpPr/>
          <p:nvPr userDrawn="1"/>
        </p:nvCxnSpPr>
        <p:spPr>
          <a:xfrm>
            <a:off x="6373091" y="3496235"/>
            <a:ext cx="0" cy="86061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604392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2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650182" y="2840691"/>
            <a:ext cx="11083636" cy="10327341"/>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692727" y="2840691"/>
            <a:ext cx="5957456" cy="10327341"/>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576530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9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92729" y="2840691"/>
            <a:ext cx="10889673"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11582402" y="2840691"/>
            <a:ext cx="6151418"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04A63057-BBAE-418E-9C90-10B8F6ED1364}"/>
              </a:ext>
            </a:extLst>
          </p:cNvPr>
          <p:cNvCxnSpPr/>
          <p:nvPr userDrawn="1"/>
        </p:nvCxnSpPr>
        <p:spPr>
          <a:xfrm>
            <a:off x="11582402" y="3496235"/>
            <a:ext cx="0" cy="86061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65409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4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92726" y="2840691"/>
            <a:ext cx="11083636"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11776363" y="2840691"/>
            <a:ext cx="5957456"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04A63057-BBAE-418E-9C90-10B8F6ED1364}"/>
              </a:ext>
            </a:extLst>
          </p:cNvPr>
          <p:cNvCxnSpPr/>
          <p:nvPr userDrawn="1"/>
        </p:nvCxnSpPr>
        <p:spPr>
          <a:xfrm>
            <a:off x="11776362" y="3496235"/>
            <a:ext cx="0" cy="86061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68693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5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692726" y="2840691"/>
            <a:ext cx="11083636" cy="10327341"/>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11776363" y="2840691"/>
            <a:ext cx="5957456" cy="10327341"/>
          </a:xfrm>
          <a:prstGeom prst="rect">
            <a:avLst/>
          </a:prstGeom>
        </p:spPr>
        <p:txBody>
          <a:bodyPr>
            <a:no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701199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6_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37981-DF23-4772-88E9-D2480E03E50B}"/>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5" name="Content Placeholder 8">
            <a:extLst>
              <a:ext uri="{FF2B5EF4-FFF2-40B4-BE49-F238E27FC236}">
                <a16:creationId xmlns:a16="http://schemas.microsoft.com/office/drawing/2014/main" id="{28E4FF02-EE75-4B6A-B218-F0A2A04111DA}"/>
              </a:ext>
            </a:extLst>
          </p:cNvPr>
          <p:cNvSpPr>
            <a:spLocks noGrp="1"/>
          </p:cNvSpPr>
          <p:nvPr>
            <p:ph sz="quarter" idx="14"/>
          </p:nvPr>
        </p:nvSpPr>
        <p:spPr>
          <a:xfrm>
            <a:off x="8335819" y="2840691"/>
            <a:ext cx="9421089"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8">
            <a:extLst>
              <a:ext uri="{FF2B5EF4-FFF2-40B4-BE49-F238E27FC236}">
                <a16:creationId xmlns:a16="http://schemas.microsoft.com/office/drawing/2014/main" id="{B55D2EB3-A2E0-4202-A699-4AB50EF9DCD0}"/>
              </a:ext>
            </a:extLst>
          </p:cNvPr>
          <p:cNvSpPr>
            <a:spLocks noGrp="1"/>
          </p:cNvSpPr>
          <p:nvPr>
            <p:ph sz="quarter" idx="15"/>
          </p:nvPr>
        </p:nvSpPr>
        <p:spPr>
          <a:xfrm>
            <a:off x="692725" y="2840691"/>
            <a:ext cx="7319815" cy="10327341"/>
          </a:xfrm>
          <a:prstGeom prst="rect">
            <a:avLst/>
          </a:prstGeom>
        </p:spPr>
        <p:txBody>
          <a:bodyPr>
            <a:normAutofit/>
          </a:bodyPr>
          <a:lstStyle>
            <a:lvl1pPr>
              <a:spcBef>
                <a:spcPts val="2824"/>
              </a:spcBef>
              <a:defRPr sz="2824"/>
            </a:lvl1pPr>
            <a:lvl2pPr>
              <a:lnSpc>
                <a:spcPct val="95000"/>
              </a:lnSpc>
              <a:defRPr sz="2824"/>
            </a:lvl2pPr>
            <a:lvl3pPr>
              <a:lnSpc>
                <a:spcPct val="95000"/>
              </a:lnSpc>
              <a:defRPr sz="2824"/>
            </a:lvl3pPr>
            <a:lvl4pPr>
              <a:lnSpc>
                <a:spcPct val="95000"/>
              </a:lnSpc>
              <a:defRPr sz="2824"/>
            </a:lvl4pPr>
            <a:lvl5pPr>
              <a:lnSpc>
                <a:spcPct val="95000"/>
              </a:lnSpc>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04A63057-BBAE-418E-9C90-10B8F6ED1364}"/>
              </a:ext>
            </a:extLst>
          </p:cNvPr>
          <p:cNvCxnSpPr>
            <a:cxnSpLocks/>
          </p:cNvCxnSpPr>
          <p:nvPr userDrawn="1"/>
        </p:nvCxnSpPr>
        <p:spPr>
          <a:xfrm>
            <a:off x="8174182" y="3496235"/>
            <a:ext cx="0" cy="8606118"/>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23489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637309" y="2840691"/>
            <a:ext cx="17013382" cy="1032734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Tree>
    <p:extLst>
      <p:ext uri="{BB962C8B-B14F-4D97-AF65-F5344CB8AC3E}">
        <p14:creationId xmlns:p14="http://schemas.microsoft.com/office/powerpoint/2010/main" val="215822435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_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637309" y="2840692"/>
            <a:ext cx="17013382" cy="2672603"/>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4" name="Content Placeholder 8">
            <a:extLst>
              <a:ext uri="{FF2B5EF4-FFF2-40B4-BE49-F238E27FC236}">
                <a16:creationId xmlns:a16="http://schemas.microsoft.com/office/drawing/2014/main" id="{DF73C91D-CDCD-4D05-A014-5B5218AB67A4}"/>
              </a:ext>
            </a:extLst>
          </p:cNvPr>
          <p:cNvSpPr>
            <a:spLocks noGrp="1"/>
          </p:cNvSpPr>
          <p:nvPr>
            <p:ph sz="quarter" idx="15"/>
          </p:nvPr>
        </p:nvSpPr>
        <p:spPr>
          <a:xfrm>
            <a:off x="637309" y="5530105"/>
            <a:ext cx="17013382" cy="6975660"/>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346754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5_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637309" y="2840692"/>
            <a:ext cx="8091055" cy="9665074"/>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4" name="Content Placeholder 8">
            <a:extLst>
              <a:ext uri="{FF2B5EF4-FFF2-40B4-BE49-F238E27FC236}">
                <a16:creationId xmlns:a16="http://schemas.microsoft.com/office/drawing/2014/main" id="{DF73C91D-CDCD-4D05-A014-5B5218AB67A4}"/>
              </a:ext>
            </a:extLst>
          </p:cNvPr>
          <p:cNvSpPr>
            <a:spLocks noGrp="1"/>
          </p:cNvSpPr>
          <p:nvPr>
            <p:ph sz="quarter" idx="15"/>
          </p:nvPr>
        </p:nvSpPr>
        <p:spPr>
          <a:xfrm>
            <a:off x="8728364" y="5244353"/>
            <a:ext cx="8922327" cy="7261412"/>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8">
            <a:extLst>
              <a:ext uri="{FF2B5EF4-FFF2-40B4-BE49-F238E27FC236}">
                <a16:creationId xmlns:a16="http://schemas.microsoft.com/office/drawing/2014/main" id="{36572B07-2B20-49C1-A1B5-17F69028D4D9}"/>
              </a:ext>
            </a:extLst>
          </p:cNvPr>
          <p:cNvSpPr>
            <a:spLocks noGrp="1"/>
          </p:cNvSpPr>
          <p:nvPr>
            <p:ph sz="quarter" idx="16"/>
          </p:nvPr>
        </p:nvSpPr>
        <p:spPr>
          <a:xfrm>
            <a:off x="8728364" y="2062797"/>
            <a:ext cx="8922327" cy="5093074"/>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5879821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4_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637309" y="1882588"/>
            <a:ext cx="17013382" cy="7664824"/>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4" name="Content Placeholder 8">
            <a:extLst>
              <a:ext uri="{FF2B5EF4-FFF2-40B4-BE49-F238E27FC236}">
                <a16:creationId xmlns:a16="http://schemas.microsoft.com/office/drawing/2014/main" id="{DF73C91D-CDCD-4D05-A014-5B5218AB67A4}"/>
              </a:ext>
            </a:extLst>
          </p:cNvPr>
          <p:cNvSpPr>
            <a:spLocks noGrp="1"/>
          </p:cNvSpPr>
          <p:nvPr>
            <p:ph sz="quarter" idx="15"/>
          </p:nvPr>
        </p:nvSpPr>
        <p:spPr>
          <a:xfrm>
            <a:off x="637309" y="9009530"/>
            <a:ext cx="17013382" cy="3496235"/>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319474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581891" y="5513296"/>
            <a:ext cx="17013382" cy="7654736"/>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4" name="Content Placeholder 8">
            <a:extLst>
              <a:ext uri="{FF2B5EF4-FFF2-40B4-BE49-F238E27FC236}">
                <a16:creationId xmlns:a16="http://schemas.microsoft.com/office/drawing/2014/main" id="{D0D0C412-6C81-4D7F-B54D-2B2D1A71077C}"/>
              </a:ext>
            </a:extLst>
          </p:cNvPr>
          <p:cNvSpPr>
            <a:spLocks noGrp="1"/>
          </p:cNvSpPr>
          <p:nvPr>
            <p:ph sz="quarter" idx="15"/>
          </p:nvPr>
        </p:nvSpPr>
        <p:spPr>
          <a:xfrm>
            <a:off x="581891" y="2982599"/>
            <a:ext cx="17013382" cy="4965326"/>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620218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Widest Blank">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EA92F1E6-92C8-4F8C-B9A3-625A8DA7BA95}"/>
              </a:ext>
            </a:extLst>
          </p:cNvPr>
          <p:cNvSpPr>
            <a:spLocks noGrp="1"/>
          </p:cNvSpPr>
          <p:nvPr>
            <p:ph sz="quarter" idx="14"/>
          </p:nvPr>
        </p:nvSpPr>
        <p:spPr>
          <a:xfrm>
            <a:off x="581891" y="2840692"/>
            <a:ext cx="17013382" cy="2269191"/>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3E9DC2D3-D57A-4326-9BF1-2A53651C7085}"/>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
        <p:nvSpPr>
          <p:cNvPr id="4" name="Content Placeholder 8">
            <a:extLst>
              <a:ext uri="{FF2B5EF4-FFF2-40B4-BE49-F238E27FC236}">
                <a16:creationId xmlns:a16="http://schemas.microsoft.com/office/drawing/2014/main" id="{378D9578-F072-45F1-9F07-92692264E557}"/>
              </a:ext>
            </a:extLst>
          </p:cNvPr>
          <p:cNvSpPr>
            <a:spLocks noGrp="1"/>
          </p:cNvSpPr>
          <p:nvPr>
            <p:ph sz="quarter" idx="15"/>
          </p:nvPr>
        </p:nvSpPr>
        <p:spPr>
          <a:xfrm>
            <a:off x="581891" y="5131116"/>
            <a:ext cx="17013382" cy="7374649"/>
          </a:xfrm>
          <a:prstGeom prst="rect">
            <a:avLst/>
          </a:prstGeom>
        </p:spPr>
        <p:txBody>
          <a:bodyPr>
            <a:normAutofit/>
          </a:bodyPr>
          <a:lstStyle>
            <a:lvl1pPr>
              <a:spcBef>
                <a:spcPts val="2824"/>
              </a:spcBef>
              <a:defRPr sz="2824"/>
            </a:lvl1pPr>
            <a:lvl2pPr>
              <a:defRPr sz="2824"/>
            </a:lvl2pPr>
            <a:lvl3pPr>
              <a:defRPr sz="2824"/>
            </a:lvl3pPr>
            <a:lvl4pPr>
              <a:defRPr sz="2824"/>
            </a:lvl4pPr>
            <a:lvl5pPr>
              <a:defRPr sz="282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9464391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7" name="Text Placeholder 4"/>
          <p:cNvSpPr>
            <a:spLocks noGrp="1"/>
          </p:cNvSpPr>
          <p:nvPr>
            <p:ph type="body" sz="quarter" idx="13" hasCustomPrompt="1"/>
          </p:nvPr>
        </p:nvSpPr>
        <p:spPr>
          <a:xfrm>
            <a:off x="796635" y="12256109"/>
            <a:ext cx="16738025" cy="502702"/>
          </a:xfrm>
          <a:prstGeom prst="rect">
            <a:avLst/>
          </a:prstGeom>
          <a:solidFill>
            <a:schemeClr val="accent1"/>
          </a:solidFill>
          <a:ln w="19050">
            <a:noFill/>
          </a:ln>
          <a:effectLst/>
        </p:spPr>
        <p:txBody>
          <a:bodyPr vert="horz" wrap="square" lIns="45720" tIns="45720" rIns="45720" bIns="45720" rtlCol="0" anchor="b">
            <a:spAutoFit/>
          </a:bodyPr>
          <a:lstStyle>
            <a:lvl1pPr marL="0" algn="ctr" defTabSz="1798538" rtl="0" eaLnBrk="1" fontAlgn="base" latinLnBrk="0" hangingPunct="1">
              <a:lnSpc>
                <a:spcPts val="3176"/>
              </a:lnSpc>
              <a:spcBef>
                <a:spcPts val="0"/>
              </a:spcBef>
              <a:spcAft>
                <a:spcPts val="0"/>
              </a:spcAft>
              <a:defRPr lang="en-US" sz="2824" b="1" i="1" kern="1200" dirty="0" smtClean="0">
                <a:solidFill>
                  <a:schemeClr val="tx1"/>
                </a:solidFill>
                <a:latin typeface="+mn-lt"/>
                <a:ea typeface="+mn-ea"/>
                <a:cs typeface="+mn-cs"/>
              </a:defRPr>
            </a:lvl1pPr>
            <a:lvl2pPr marL="0" algn="l" defTabSz="1798538" rtl="0" eaLnBrk="1" latinLnBrk="0" hangingPunct="1">
              <a:spcAft>
                <a:spcPts val="2118"/>
              </a:spcAft>
              <a:defRPr lang="en-US" sz="2824" b="1" i="1" kern="1200" dirty="0" smtClean="0">
                <a:solidFill>
                  <a:schemeClr val="tx1"/>
                </a:solidFill>
                <a:latin typeface="+mn-lt"/>
                <a:ea typeface="+mn-ea"/>
                <a:cs typeface="+mn-cs"/>
              </a:defRPr>
            </a:lvl2pPr>
            <a:lvl3pPr marL="0" algn="l" defTabSz="1798538" rtl="0" eaLnBrk="1" latinLnBrk="0" hangingPunct="1">
              <a:spcAft>
                <a:spcPts val="2118"/>
              </a:spcAft>
              <a:defRPr lang="en-US" sz="2824" b="1" i="1" kern="1200" dirty="0" smtClean="0">
                <a:solidFill>
                  <a:schemeClr val="tx1"/>
                </a:solidFill>
                <a:latin typeface="+mn-lt"/>
                <a:ea typeface="+mn-ea"/>
                <a:cs typeface="+mn-cs"/>
              </a:defRPr>
            </a:lvl3pPr>
            <a:lvl4pPr marL="0" algn="l" defTabSz="1798538" rtl="0" eaLnBrk="1" latinLnBrk="0" hangingPunct="1">
              <a:spcAft>
                <a:spcPts val="2118"/>
              </a:spcAft>
              <a:defRPr lang="en-US" sz="2824" b="1" i="1" kern="1200" dirty="0" smtClean="0">
                <a:solidFill>
                  <a:schemeClr val="tx1"/>
                </a:solidFill>
                <a:latin typeface="+mn-lt"/>
                <a:ea typeface="+mn-ea"/>
                <a:cs typeface="+mn-cs"/>
              </a:defRPr>
            </a:lvl4pPr>
            <a:lvl5pPr marL="0" algn="l" defTabSz="1798538" rtl="0" eaLnBrk="1" latinLnBrk="0" hangingPunct="1">
              <a:spcAft>
                <a:spcPts val="2118"/>
              </a:spcAft>
              <a:defRPr lang="en-US" sz="2824" b="1" i="1" kern="1200" dirty="0" smtClean="0">
                <a:solidFill>
                  <a:schemeClr val="tx1"/>
                </a:solidFill>
                <a:latin typeface="+mn-lt"/>
                <a:ea typeface="+mn-ea"/>
                <a:cs typeface="+mn-cs"/>
              </a:defRPr>
            </a:lvl5pPr>
          </a:lstStyle>
          <a:p>
            <a:pPr marL="0" lvl="0" algn="ctr" defTabSz="1798538" rtl="0" eaLnBrk="1" fontAlgn="base" latinLnBrk="0" hangingPunct="1">
              <a:lnSpc>
                <a:spcPts val="3176"/>
              </a:lnSpc>
              <a:spcBef>
                <a:spcPts val="0"/>
              </a:spcBef>
              <a:spcAft>
                <a:spcPts val="0"/>
              </a:spcAft>
            </a:pPr>
            <a:r>
              <a:rPr lang="en-US"/>
              <a:t>Click to add message statement</a:t>
            </a:r>
            <a:endParaRPr lang="en-US" dirty="0"/>
          </a:p>
        </p:txBody>
      </p:sp>
      <p:sp>
        <p:nvSpPr>
          <p:cNvPr id="14" name="Text Placeholder 19"/>
          <p:cNvSpPr>
            <a:spLocks noGrp="1"/>
          </p:cNvSpPr>
          <p:nvPr>
            <p:ph type="body" sz="quarter" idx="10" hasCustomPrompt="1"/>
          </p:nvPr>
        </p:nvSpPr>
        <p:spPr>
          <a:xfrm>
            <a:off x="796635" y="2775473"/>
            <a:ext cx="7810396" cy="9052560"/>
          </a:xfrm>
          <a:prstGeom prst="rect">
            <a:avLst/>
          </a:prstGeom>
        </p:spPr>
        <p:txBody>
          <a:bodyPr/>
          <a:lstStyle>
            <a:lvl1pPr>
              <a:defRPr/>
            </a:lvl1pPr>
            <a:lvl2pPr marL="302558" indent="-299757">
              <a:defRPr/>
            </a:lvl2pPr>
            <a:lvl3pPr marL="613184" indent="-306592">
              <a:defRPr/>
            </a:lvl3pPr>
            <a:lvl4pPr marL="919776">
              <a:defRPr/>
            </a:lvl4pPr>
            <a:lvl5pPr marL="1226368">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9"/>
          <p:cNvSpPr>
            <a:spLocks noGrp="1"/>
          </p:cNvSpPr>
          <p:nvPr>
            <p:ph type="body" sz="quarter" idx="14" hasCustomPrompt="1"/>
          </p:nvPr>
        </p:nvSpPr>
        <p:spPr>
          <a:xfrm>
            <a:off x="9724264" y="2775473"/>
            <a:ext cx="7810396" cy="9052560"/>
          </a:xfrm>
          <a:prstGeom prst="rect">
            <a:avLst/>
          </a:prstGeom>
        </p:spPr>
        <p:txBody>
          <a:bodyPr/>
          <a:lstStyle>
            <a:lvl1pPr>
              <a:defRPr/>
            </a:lvl1pPr>
            <a:lvl2pPr marL="302558" indent="-299757">
              <a:defRPr/>
            </a:lvl2pPr>
            <a:lvl3pPr marL="613184" indent="-306592">
              <a:defRPr/>
            </a:lvl3pPr>
            <a:lvl4pPr marL="919776">
              <a:defRPr/>
            </a:lvl4pPr>
            <a:lvl5pPr marL="1226368">
              <a:defRPr/>
            </a:lvl5pPr>
          </a:lstStyle>
          <a:p>
            <a:pPr lvl="0"/>
            <a:r>
              <a:rPr lang="en-US" dirty="0"/>
              <a:t>c</a:t>
            </a:r>
            <a:r>
              <a:rPr lang="en-US"/>
              <a:t>lick </a:t>
            </a:r>
            <a:r>
              <a:rPr lang="en-US" dirty="0"/>
              <a:t>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99D81659-4527-4551-8552-F72A4E0EAD06}"/>
              </a:ext>
            </a:extLst>
          </p:cNvPr>
          <p:cNvSpPr>
            <a:spLocks noGrp="1"/>
          </p:cNvSpPr>
          <p:nvPr>
            <p:ph type="title" hasCustomPrompt="1"/>
          </p:nvPr>
        </p:nvSpPr>
        <p:spPr>
          <a:xfrm>
            <a:off x="1762079" y="134471"/>
            <a:ext cx="16738024" cy="1344706"/>
          </a:xfrm>
          <a:prstGeom prst="rect">
            <a:avLst/>
          </a:prstGeom>
        </p:spPr>
        <p:txBody>
          <a:bodyPr anchor="b"/>
          <a:lstStyle>
            <a:lvl1pPr>
              <a:defRPr sz="3529">
                <a:latin typeface="Droid Sans Bold" panose="020B0806030804020204" pitchFamily="34" charset="0"/>
                <a:ea typeface="Droid Sans Bold" panose="020B0806030804020204" pitchFamily="34" charset="0"/>
                <a:cs typeface="Droid Sans Bold" panose="020B0806030804020204" pitchFamily="34" charset="0"/>
              </a:defRPr>
            </a:lvl1pPr>
          </a:lstStyle>
          <a:p>
            <a:r>
              <a:rPr lang="en-US" dirty="0"/>
              <a:t>Click to add title</a:t>
            </a:r>
          </a:p>
        </p:txBody>
      </p:sp>
    </p:spTree>
    <p:extLst>
      <p:ext uri="{BB962C8B-B14F-4D97-AF65-F5344CB8AC3E}">
        <p14:creationId xmlns:p14="http://schemas.microsoft.com/office/powerpoint/2010/main" val="171766281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148-4679-4104-BFD8-A72D22E0C1F8}"/>
              </a:ext>
            </a:extLst>
          </p:cNvPr>
          <p:cNvSpPr>
            <a:spLocks noGrp="1"/>
          </p:cNvSpPr>
          <p:nvPr>
            <p:ph type="title"/>
          </p:nvPr>
        </p:nvSpPr>
        <p:spPr>
          <a:xfrm>
            <a:off x="1289304" y="1303059"/>
            <a:ext cx="6794873" cy="77970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568643165"/>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A7791252-5724-4607-BE91-7C4856E7BF9F}"/>
              </a:ext>
            </a:extLst>
          </p:cNvPr>
          <p:cNvSpPr>
            <a:spLocks noGrp="1"/>
          </p:cNvSpPr>
          <p:nvPr>
            <p:ph type="title"/>
          </p:nvPr>
        </p:nvSpPr>
        <p:spPr>
          <a:xfrm>
            <a:off x="1289304" y="1279847"/>
            <a:ext cx="8117607" cy="779701"/>
          </a:xfrm>
          <a:prstGeom prst="rect">
            <a:avLst/>
          </a:prstGeom>
          <a:ln w="12700">
            <a:miter lim="400000"/>
          </a:ln>
        </p:spPr>
        <p:txBody>
          <a:bodyPr wrap="none" lIns="50800" tIns="50800" rIns="50800" bIns="50800" anchor="b" anchorCtr="0">
            <a:spAutoFit/>
          </a:bodyPr>
          <a:lstStyle/>
          <a:p>
            <a:pPr marL="0" marR="0" lvl="0" indent="0" defTabSz="825500" fontAlgn="auto" hangingPunct="0">
              <a:lnSpc>
                <a:spcPct val="100000"/>
              </a:lnSpc>
              <a:spcBef>
                <a:spcPts val="0"/>
              </a:spcBef>
              <a:spcAft>
                <a:spcPts val="0"/>
              </a:spcAft>
              <a:buClrTx/>
              <a:buSzTx/>
              <a:buFontTx/>
              <a:tabLst/>
            </a:pPr>
            <a:r>
              <a:rPr lang="en-US"/>
              <a:t>Click to edit Master title style</a:t>
            </a:r>
            <a:endParaRPr lang="en-US" dirty="0"/>
          </a:p>
        </p:txBody>
      </p:sp>
      <p:sp>
        <p:nvSpPr>
          <p:cNvPr id="10" name="Text Placeholder 2">
            <a:extLst>
              <a:ext uri="{FF2B5EF4-FFF2-40B4-BE49-F238E27FC236}">
                <a16:creationId xmlns:a16="http://schemas.microsoft.com/office/drawing/2014/main" id="{487B8B26-00BB-4D06-8ABF-812D9441F0D1}"/>
              </a:ext>
            </a:extLst>
          </p:cNvPr>
          <p:cNvSpPr>
            <a:spLocks noGrp="1"/>
          </p:cNvSpPr>
          <p:nvPr>
            <p:ph type="body" idx="1"/>
          </p:nvPr>
        </p:nvSpPr>
        <p:spPr>
          <a:xfrm>
            <a:off x="563141" y="2286000"/>
            <a:ext cx="16467559" cy="1006792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30CDDDB5-A1AC-431D-A955-18DF30CCE064}"/>
              </a:ext>
            </a:extLst>
          </p:cNvPr>
          <p:cNvSpPr txBox="1"/>
          <p:nvPr userDrawn="1"/>
        </p:nvSpPr>
        <p:spPr>
          <a:xfrm>
            <a:off x="1273925" y="12944965"/>
            <a:ext cx="5712843" cy="318419"/>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l">
              <a:defRPr sz="1747">
                <a:solidFill>
                  <a:schemeClr val="tx1">
                    <a:tint val="75000"/>
                  </a:schemeClr>
                </a:solidFill>
                <a:latin typeface="Poppins Bold"/>
              </a:defRPr>
            </a:lvl1pPr>
          </a:lstStyle>
          <a:p>
            <a:pPr lvl="0"/>
            <a:r>
              <a:rPr lang="en-US" b="0" dirty="0">
                <a:latin typeface="Poppins" panose="00000500000000000000" pitchFamily="2" charset="0"/>
                <a:cs typeface="Poppins" panose="00000500000000000000" pitchFamily="2" charset="0"/>
              </a:rPr>
              <a:t>Sample Exhibits</a:t>
            </a:r>
          </a:p>
        </p:txBody>
      </p:sp>
      <p:pic>
        <p:nvPicPr>
          <p:cNvPr id="13" name="Image" descr="Image">
            <a:extLst>
              <a:ext uri="{FF2B5EF4-FFF2-40B4-BE49-F238E27FC236}">
                <a16:creationId xmlns:a16="http://schemas.microsoft.com/office/drawing/2014/main" id="{F2A5CA8D-998A-4E1A-9EFC-398545B07A78}"/>
              </a:ext>
            </a:extLst>
          </p:cNvPr>
          <p:cNvPicPr>
            <a:picLocks noChangeAspect="1"/>
          </p:cNvPicPr>
          <p:nvPr userDrawn="1"/>
        </p:nvPicPr>
        <p:blipFill>
          <a:blip r:embed="rId144"/>
          <a:stretch>
            <a:fillRect/>
          </a:stretch>
        </p:blipFill>
        <p:spPr>
          <a:xfrm>
            <a:off x="15378546" y="12626546"/>
            <a:ext cx="997327" cy="636838"/>
          </a:xfrm>
          <a:prstGeom prst="rect">
            <a:avLst/>
          </a:prstGeom>
          <a:ln w="12700">
            <a:miter lim="400000"/>
          </a:ln>
        </p:spPr>
      </p:pic>
      <p:sp>
        <p:nvSpPr>
          <p:cNvPr id="14" name="Rectangle">
            <a:extLst>
              <a:ext uri="{FF2B5EF4-FFF2-40B4-BE49-F238E27FC236}">
                <a16:creationId xmlns:a16="http://schemas.microsoft.com/office/drawing/2014/main" id="{0640E11D-6007-4024-8354-36B1F6D3F494}"/>
              </a:ext>
            </a:extLst>
          </p:cNvPr>
          <p:cNvSpPr/>
          <p:nvPr userDrawn="1"/>
        </p:nvSpPr>
        <p:spPr>
          <a:xfrm>
            <a:off x="563141" y="2063163"/>
            <a:ext cx="8487367" cy="75941"/>
          </a:xfrm>
          <a:prstGeom prst="rect">
            <a:avLst/>
          </a:prstGeom>
          <a:solidFill>
            <a:srgbClr val="F15026"/>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a:p>
        </p:txBody>
      </p:sp>
      <p:sp>
        <p:nvSpPr>
          <p:cNvPr id="16" name="TextBox 15">
            <a:extLst>
              <a:ext uri="{FF2B5EF4-FFF2-40B4-BE49-F238E27FC236}">
                <a16:creationId xmlns:a16="http://schemas.microsoft.com/office/drawing/2014/main" id="{A9116155-4CDF-41F2-A06B-CCDA852C25A3}"/>
              </a:ext>
            </a:extLst>
          </p:cNvPr>
          <p:cNvSpPr txBox="1"/>
          <p:nvPr userDrawn="1"/>
        </p:nvSpPr>
        <p:spPr>
          <a:xfrm>
            <a:off x="329259" y="1415910"/>
            <a:ext cx="904094" cy="55399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marL="0" algn="r" defTabSz="1798328" rtl="0" eaLnBrk="1" latinLnBrk="0" hangingPunct="1"/>
            <a:fld id="{EAAED85A-C2D8-4939-B409-388442B3345C}" type="slidenum">
              <a:rPr lang="en-US" sz="3600" kern="1200" baseline="0" smtClean="0">
                <a:solidFill>
                  <a:schemeClr val="accent1"/>
                </a:solidFill>
                <a:latin typeface="Verdana" panose="020B0604030504040204" pitchFamily="34" charset="0"/>
                <a:ea typeface="Verdana" panose="020B0604030504040204" pitchFamily="34" charset="0"/>
                <a:cs typeface="+mn-cs"/>
              </a:rPr>
              <a:pPr marL="0" algn="r" defTabSz="1798328" rtl="0" eaLnBrk="1" latinLnBrk="0" hangingPunct="1"/>
              <a:t>‹#›</a:t>
            </a:fld>
            <a:endParaRPr lang="en-US" sz="3600" kern="1200" baseline="0" dirty="0">
              <a:solidFill>
                <a:schemeClr val="accent1"/>
              </a:solidFill>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228011960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61" r:id="rId3"/>
    <p:sldLayoutId id="2147483759" r:id="rId4"/>
    <p:sldLayoutId id="2147483760" r:id="rId5"/>
    <p:sldLayoutId id="2147483795" r:id="rId6"/>
    <p:sldLayoutId id="2147483796" r:id="rId7"/>
    <p:sldLayoutId id="2147483794" r:id="rId8"/>
    <p:sldLayoutId id="2147483783" r:id="rId9"/>
    <p:sldLayoutId id="2147483726" r:id="rId10"/>
    <p:sldLayoutId id="2147483727" r:id="rId11"/>
    <p:sldLayoutId id="2147483728" r:id="rId12"/>
    <p:sldLayoutId id="2147483729" r:id="rId13"/>
    <p:sldLayoutId id="2147483730" r:id="rId14"/>
    <p:sldLayoutId id="2147483731" r:id="rId15"/>
    <p:sldLayoutId id="2147483762" r:id="rId16"/>
    <p:sldLayoutId id="2147483779" r:id="rId17"/>
    <p:sldLayoutId id="2147483780" r:id="rId18"/>
    <p:sldLayoutId id="2147483781" r:id="rId19"/>
    <p:sldLayoutId id="2147483782" r:id="rId20"/>
    <p:sldLayoutId id="2147483784" r:id="rId21"/>
    <p:sldLayoutId id="2147483785" r:id="rId22"/>
    <p:sldLayoutId id="2147483786" r:id="rId23"/>
    <p:sldLayoutId id="2147483789" r:id="rId24"/>
    <p:sldLayoutId id="2147483790" r:id="rId25"/>
    <p:sldLayoutId id="2147483791" r:id="rId26"/>
    <p:sldLayoutId id="2147483792" r:id="rId27"/>
    <p:sldLayoutId id="2147483793" r:id="rId28"/>
    <p:sldLayoutId id="2147483787" r:id="rId29"/>
    <p:sldLayoutId id="2147483788" r:id="rId30"/>
    <p:sldLayoutId id="2147483722" r:id="rId31"/>
    <p:sldLayoutId id="2147483724" r:id="rId32"/>
    <p:sldLayoutId id="2147483723" r:id="rId33"/>
    <p:sldLayoutId id="2147483763" r:id="rId34"/>
    <p:sldLayoutId id="2147483732" r:id="rId35"/>
    <p:sldLayoutId id="2147483734" r:id="rId36"/>
    <p:sldLayoutId id="2147483733" r:id="rId37"/>
    <p:sldLayoutId id="2147483764" r:id="rId38"/>
    <p:sldLayoutId id="2147483735" r:id="rId39"/>
    <p:sldLayoutId id="2147483736" r:id="rId40"/>
    <p:sldLayoutId id="2147483737" r:id="rId41"/>
    <p:sldLayoutId id="2147483765" r:id="rId42"/>
    <p:sldLayoutId id="2147483738" r:id="rId43"/>
    <p:sldLayoutId id="2147483739" r:id="rId44"/>
    <p:sldLayoutId id="2147483740" r:id="rId45"/>
    <p:sldLayoutId id="2147483766" r:id="rId46"/>
    <p:sldLayoutId id="2147483741" r:id="rId47"/>
    <p:sldLayoutId id="2147483742" r:id="rId48"/>
    <p:sldLayoutId id="2147483743" r:id="rId49"/>
    <p:sldLayoutId id="2147483767" r:id="rId50"/>
    <p:sldLayoutId id="2147483775" r:id="rId51"/>
    <p:sldLayoutId id="2147483776" r:id="rId52"/>
    <p:sldLayoutId id="2147483777" r:id="rId53"/>
    <p:sldLayoutId id="2147483778" r:id="rId54"/>
    <p:sldLayoutId id="2147483744" r:id="rId55"/>
    <p:sldLayoutId id="2147483745" r:id="rId56"/>
    <p:sldLayoutId id="2147483746" r:id="rId57"/>
    <p:sldLayoutId id="2147483768" r:id="rId58"/>
    <p:sldLayoutId id="2147483747" r:id="rId59"/>
    <p:sldLayoutId id="2147483748" r:id="rId60"/>
    <p:sldLayoutId id="2147483749" r:id="rId61"/>
    <p:sldLayoutId id="2147483769" r:id="rId62"/>
    <p:sldLayoutId id="2147483750" r:id="rId63"/>
    <p:sldLayoutId id="2147483751" r:id="rId64"/>
    <p:sldLayoutId id="2147483752" r:id="rId65"/>
    <p:sldLayoutId id="2147483770" r:id="rId66"/>
    <p:sldLayoutId id="2147483755" r:id="rId67"/>
    <p:sldLayoutId id="2147483753" r:id="rId68"/>
    <p:sldLayoutId id="2147483754" r:id="rId69"/>
    <p:sldLayoutId id="2147483756" r:id="rId70"/>
    <p:sldLayoutId id="2147483771" r:id="rId71"/>
    <p:sldLayoutId id="2147483772" r:id="rId72"/>
    <p:sldLayoutId id="2147483773" r:id="rId73"/>
    <p:sldLayoutId id="2147483774" r:id="rId74"/>
    <p:sldLayoutId id="2147483716" r:id="rId75"/>
    <p:sldLayoutId id="2147483809" r:id="rId76"/>
    <p:sldLayoutId id="2147483810" r:id="rId77"/>
    <p:sldLayoutId id="2147483804" r:id="rId78"/>
    <p:sldLayoutId id="2147483711" r:id="rId79"/>
    <p:sldLayoutId id="2147483700" r:id="rId80"/>
    <p:sldLayoutId id="2147483701" r:id="rId81"/>
    <p:sldLayoutId id="2147483698" r:id="rId82"/>
    <p:sldLayoutId id="2147483800" r:id="rId83"/>
    <p:sldLayoutId id="2147483813" r:id="rId84"/>
    <p:sldLayoutId id="2147483801" r:id="rId85"/>
    <p:sldLayoutId id="2147483814" r:id="rId86"/>
    <p:sldLayoutId id="2147483815" r:id="rId87"/>
    <p:sldLayoutId id="2147483714" r:id="rId88"/>
    <p:sldLayoutId id="2147483690" r:id="rId89"/>
    <p:sldLayoutId id="2147483821" r:id="rId90"/>
    <p:sldLayoutId id="2147483691" r:id="rId91"/>
    <p:sldLayoutId id="2147483692" r:id="rId92"/>
    <p:sldLayoutId id="2147483686" r:id="rId93"/>
    <p:sldLayoutId id="2147483811" r:id="rId94"/>
    <p:sldLayoutId id="2147483820" r:id="rId95"/>
    <p:sldLayoutId id="2147483712" r:id="rId96"/>
    <p:sldLayoutId id="2147483713" r:id="rId97"/>
    <p:sldLayoutId id="2147483717" r:id="rId98"/>
    <p:sldLayoutId id="2147483797" r:id="rId99"/>
    <p:sldLayoutId id="2147483798" r:id="rId100"/>
    <p:sldLayoutId id="2147483823" r:id="rId101"/>
    <p:sldLayoutId id="2147483824" r:id="rId102"/>
    <p:sldLayoutId id="2147483697" r:id="rId103"/>
    <p:sldLayoutId id="2147483799" r:id="rId104"/>
    <p:sldLayoutId id="2147483805" r:id="rId105"/>
    <p:sldLayoutId id="2147483687" r:id="rId106"/>
    <p:sldLayoutId id="2147483702" r:id="rId107"/>
    <p:sldLayoutId id="2147483703" r:id="rId108"/>
    <p:sldLayoutId id="2147483704" r:id="rId109"/>
    <p:sldLayoutId id="2147483705" r:id="rId110"/>
    <p:sldLayoutId id="2147483816" r:id="rId111"/>
    <p:sldLayoutId id="2147483817" r:id="rId112"/>
    <p:sldLayoutId id="2147483818" r:id="rId113"/>
    <p:sldLayoutId id="2147483819" r:id="rId114"/>
    <p:sldLayoutId id="2147483706" r:id="rId115"/>
    <p:sldLayoutId id="2147483708" r:id="rId116"/>
    <p:sldLayoutId id="2147483825" r:id="rId117"/>
    <p:sldLayoutId id="2147483710" r:id="rId118"/>
    <p:sldLayoutId id="2147483709" r:id="rId119"/>
    <p:sldLayoutId id="2147483803" r:id="rId120"/>
    <p:sldLayoutId id="2147483806" r:id="rId121"/>
    <p:sldLayoutId id="2147483807" r:id="rId122"/>
    <p:sldLayoutId id="2147483808" r:id="rId123"/>
    <p:sldLayoutId id="2147483666" r:id="rId124"/>
    <p:sldLayoutId id="2147483667" r:id="rId125"/>
    <p:sldLayoutId id="2147483668" r:id="rId126"/>
    <p:sldLayoutId id="2147483669" r:id="rId127"/>
    <p:sldLayoutId id="2147483670" r:id="rId128"/>
    <p:sldLayoutId id="2147483671" r:id="rId129"/>
    <p:sldLayoutId id="2147483672" r:id="rId130"/>
    <p:sldLayoutId id="2147483673" r:id="rId131"/>
    <p:sldLayoutId id="2147483674" r:id="rId132"/>
    <p:sldLayoutId id="2147483675" r:id="rId133"/>
    <p:sldLayoutId id="2147483676" r:id="rId134"/>
    <p:sldLayoutId id="2147483677" r:id="rId135"/>
    <p:sldLayoutId id="2147483678" r:id="rId136"/>
    <p:sldLayoutId id="2147483679" r:id="rId137"/>
    <p:sldLayoutId id="2147483680" r:id="rId138"/>
    <p:sldLayoutId id="2147483681" r:id="rId139"/>
    <p:sldLayoutId id="2147483682" r:id="rId140"/>
    <p:sldLayoutId id="2147483683" r:id="rId141"/>
    <p:sldLayoutId id="2147483718" r:id="rId142"/>
  </p:sldLayoutIdLst>
  <p:hf sldNum="0" hdr="0" ftr="0"/>
  <p:txStyles>
    <p:titleStyle>
      <a:lvl1pPr algn="l" defTabSz="1331254" rtl="0" eaLnBrk="1" latinLnBrk="0" hangingPunct="1">
        <a:lnSpc>
          <a:spcPct val="90000"/>
        </a:lnSpc>
        <a:spcBef>
          <a:spcPct val="0"/>
        </a:spcBef>
        <a:buNone/>
        <a:defRPr kumimoji="0" lang="en-US" sz="4400" b="0" i="0" u="none" strike="noStrike" kern="1200" cap="none" spc="0" normalizeH="0" baseline="0" dirty="0">
          <a:ln>
            <a:noFill/>
          </a:ln>
          <a:solidFill>
            <a:srgbClr val="101112"/>
          </a:solidFill>
          <a:effectLst/>
          <a:uFillTx/>
          <a:latin typeface="Poppins" panose="00000500000000000000" pitchFamily="2" charset="0"/>
          <a:ea typeface="+mj-ea"/>
          <a:cs typeface="Poppins" panose="00000500000000000000" pitchFamily="2" charset="0"/>
          <a:sym typeface="Helvetica Neue"/>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005840" indent="-640080" algn="l" defTabSz="1331254" rtl="0" eaLnBrk="1" latinLnBrk="0" hangingPunct="1">
        <a:lnSpc>
          <a:spcPct val="100000"/>
        </a:lnSpc>
        <a:spcBef>
          <a:spcPts val="4800"/>
        </a:spcBef>
        <a:spcAft>
          <a:spcPts val="1000"/>
        </a:spcAft>
        <a:buSzPct val="160000"/>
        <a:buFontTx/>
        <a:buBlip>
          <a:blip r:embed="rId145"/>
        </a:buBlip>
        <a:defRPr sz="2824" kern="1200">
          <a:solidFill>
            <a:schemeClr val="tx1"/>
          </a:solidFill>
          <a:latin typeface="Poppins" panose="00000500000000000000" pitchFamily="2" charset="0"/>
          <a:ea typeface="+mn-ea"/>
          <a:cs typeface="Poppins" panose="00000500000000000000" pitchFamily="2" charset="0"/>
        </a:defRPr>
      </a:lvl1pPr>
      <a:lvl2pPr marL="1206500" indent="-331788" algn="l" defTabSz="1331254" rtl="0" eaLnBrk="1" latinLnBrk="0" hangingPunct="1">
        <a:lnSpc>
          <a:spcPct val="100000"/>
        </a:lnSpc>
        <a:spcBef>
          <a:spcPts val="0"/>
        </a:spcBef>
        <a:spcAft>
          <a:spcPts val="1000"/>
        </a:spcAft>
        <a:buFont typeface="Droid Sans" panose="020B0606030804020204" pitchFamily="34" charset="0"/>
        <a:buChar char="−"/>
        <a:defRPr sz="2824" kern="1200">
          <a:solidFill>
            <a:schemeClr val="tx1"/>
          </a:solidFill>
          <a:latin typeface="Poppins" panose="00000500000000000000" pitchFamily="2" charset="0"/>
          <a:ea typeface="+mn-ea"/>
          <a:cs typeface="Poppins" panose="00000500000000000000" pitchFamily="2" charset="0"/>
        </a:defRPr>
      </a:lvl2pPr>
      <a:lvl3pPr marL="1884363" indent="-331788" algn="l" defTabSz="1331254" rtl="0" eaLnBrk="1" latinLnBrk="0" hangingPunct="1">
        <a:lnSpc>
          <a:spcPct val="100000"/>
        </a:lnSpc>
        <a:spcBef>
          <a:spcPts val="1000"/>
        </a:spcBef>
        <a:spcAft>
          <a:spcPts val="1000"/>
        </a:spcAft>
        <a:buFont typeface="Arial" panose="020B0604020202020204" pitchFamily="34" charset="0"/>
        <a:buChar char="•"/>
        <a:defRPr sz="2824" kern="1200">
          <a:solidFill>
            <a:schemeClr val="tx1"/>
          </a:solidFill>
          <a:latin typeface="Poppins" panose="00000500000000000000" pitchFamily="2" charset="0"/>
          <a:ea typeface="+mn-ea"/>
          <a:cs typeface="Poppins" panose="00000500000000000000" pitchFamily="2" charset="0"/>
        </a:defRPr>
      </a:lvl3pPr>
      <a:lvl4pPr marL="2524125" indent="-331788" algn="l" defTabSz="1331254" rtl="0" eaLnBrk="1" latinLnBrk="0" hangingPunct="1">
        <a:lnSpc>
          <a:spcPct val="100000"/>
        </a:lnSpc>
        <a:spcBef>
          <a:spcPts val="1000"/>
        </a:spcBef>
        <a:spcAft>
          <a:spcPts val="1000"/>
        </a:spcAft>
        <a:buFont typeface="Arial" panose="020B0604020202020204" pitchFamily="34" charset="0"/>
        <a:buChar char="•"/>
        <a:defRPr sz="2824" kern="1200">
          <a:solidFill>
            <a:schemeClr val="tx1"/>
          </a:solidFill>
          <a:latin typeface="Poppins" panose="00000500000000000000" pitchFamily="2" charset="0"/>
          <a:ea typeface="+mn-ea"/>
          <a:cs typeface="Poppins" panose="00000500000000000000" pitchFamily="2" charset="0"/>
        </a:defRPr>
      </a:lvl4pPr>
      <a:lvl5pPr marL="2995322" indent="-332814" algn="l" defTabSz="1331254" rtl="0" eaLnBrk="1" latinLnBrk="0" hangingPunct="1">
        <a:lnSpc>
          <a:spcPct val="100000"/>
        </a:lnSpc>
        <a:spcBef>
          <a:spcPts val="1000"/>
        </a:spcBef>
        <a:spcAft>
          <a:spcPts val="1000"/>
        </a:spcAft>
        <a:buFont typeface="Arial" panose="020B0604020202020204" pitchFamily="34" charset="0"/>
        <a:buChar char="•"/>
        <a:defRPr sz="2824" kern="1200">
          <a:solidFill>
            <a:schemeClr val="tx1"/>
          </a:solidFill>
          <a:latin typeface="Poppins" panose="00000500000000000000" pitchFamily="2" charset="0"/>
          <a:ea typeface="+mn-ea"/>
          <a:cs typeface="Poppins" panose="00000500000000000000" pitchFamily="2" charset="0"/>
        </a:defRPr>
      </a:lvl5pPr>
      <a:lvl6pPr marL="3660950" indent="-332814" algn="l" defTabSz="1331254" rtl="0" eaLnBrk="1" latinLnBrk="0"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6pPr>
      <a:lvl7pPr marL="4326577" indent="-332814" algn="l" defTabSz="1331254" rtl="0" eaLnBrk="1" latinLnBrk="0"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7pPr>
      <a:lvl8pPr marL="4992204" indent="-332814" algn="l" defTabSz="1331254" rtl="0" eaLnBrk="1" latinLnBrk="0"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8pPr>
      <a:lvl9pPr marL="5657831" indent="-332814" algn="l" defTabSz="1331254" rtl="0" eaLnBrk="1" latinLnBrk="0" hangingPunct="1">
        <a:lnSpc>
          <a:spcPct val="90000"/>
        </a:lnSpc>
        <a:spcBef>
          <a:spcPts val="729"/>
        </a:spcBef>
        <a:buFont typeface="Arial" panose="020B0604020202020204" pitchFamily="34" charset="0"/>
        <a:buChar char="•"/>
        <a:defRPr sz="2621" kern="1200">
          <a:solidFill>
            <a:schemeClr val="tx1"/>
          </a:solidFill>
          <a:latin typeface="+mn-lt"/>
          <a:ea typeface="+mn-ea"/>
          <a:cs typeface="+mn-cs"/>
        </a:defRPr>
      </a:lvl9pPr>
    </p:bodyStyle>
    <p:otherStyle>
      <a:defPPr>
        <a:defRPr lang="en-US"/>
      </a:defPPr>
      <a:lvl1pPr marL="0" algn="l" defTabSz="1331254" rtl="0" eaLnBrk="1" latinLnBrk="0" hangingPunct="1">
        <a:defRPr sz="2621" kern="1200">
          <a:solidFill>
            <a:schemeClr val="tx1"/>
          </a:solidFill>
          <a:latin typeface="+mn-lt"/>
          <a:ea typeface="+mn-ea"/>
          <a:cs typeface="+mn-cs"/>
        </a:defRPr>
      </a:lvl1pPr>
      <a:lvl2pPr marL="665627" algn="l" defTabSz="1331254" rtl="0" eaLnBrk="1" latinLnBrk="0" hangingPunct="1">
        <a:defRPr sz="2621" kern="1200">
          <a:solidFill>
            <a:schemeClr val="tx1"/>
          </a:solidFill>
          <a:latin typeface="+mn-lt"/>
          <a:ea typeface="+mn-ea"/>
          <a:cs typeface="+mn-cs"/>
        </a:defRPr>
      </a:lvl2pPr>
      <a:lvl3pPr marL="1331254" algn="l" defTabSz="1331254" rtl="0" eaLnBrk="1" latinLnBrk="0" hangingPunct="1">
        <a:defRPr sz="2621" kern="1200">
          <a:solidFill>
            <a:schemeClr val="tx1"/>
          </a:solidFill>
          <a:latin typeface="+mn-lt"/>
          <a:ea typeface="+mn-ea"/>
          <a:cs typeface="+mn-cs"/>
        </a:defRPr>
      </a:lvl3pPr>
      <a:lvl4pPr marL="1996882" algn="l" defTabSz="1331254" rtl="0" eaLnBrk="1" latinLnBrk="0" hangingPunct="1">
        <a:defRPr sz="2621" kern="1200">
          <a:solidFill>
            <a:schemeClr val="tx1"/>
          </a:solidFill>
          <a:latin typeface="+mn-lt"/>
          <a:ea typeface="+mn-ea"/>
          <a:cs typeface="+mn-cs"/>
        </a:defRPr>
      </a:lvl4pPr>
      <a:lvl5pPr marL="2662509" algn="l" defTabSz="1331254" rtl="0" eaLnBrk="1" latinLnBrk="0" hangingPunct="1">
        <a:defRPr sz="2621" kern="1200">
          <a:solidFill>
            <a:schemeClr val="tx1"/>
          </a:solidFill>
          <a:latin typeface="+mn-lt"/>
          <a:ea typeface="+mn-ea"/>
          <a:cs typeface="+mn-cs"/>
        </a:defRPr>
      </a:lvl5pPr>
      <a:lvl6pPr marL="3328136" algn="l" defTabSz="1331254" rtl="0" eaLnBrk="1" latinLnBrk="0" hangingPunct="1">
        <a:defRPr sz="2621" kern="1200">
          <a:solidFill>
            <a:schemeClr val="tx1"/>
          </a:solidFill>
          <a:latin typeface="+mn-lt"/>
          <a:ea typeface="+mn-ea"/>
          <a:cs typeface="+mn-cs"/>
        </a:defRPr>
      </a:lvl6pPr>
      <a:lvl7pPr marL="3993763" algn="l" defTabSz="1331254" rtl="0" eaLnBrk="1" latinLnBrk="0" hangingPunct="1">
        <a:defRPr sz="2621" kern="1200">
          <a:solidFill>
            <a:schemeClr val="tx1"/>
          </a:solidFill>
          <a:latin typeface="+mn-lt"/>
          <a:ea typeface="+mn-ea"/>
          <a:cs typeface="+mn-cs"/>
        </a:defRPr>
      </a:lvl7pPr>
      <a:lvl8pPr marL="4659390" algn="l" defTabSz="1331254" rtl="0" eaLnBrk="1" latinLnBrk="0" hangingPunct="1">
        <a:defRPr sz="2621" kern="1200">
          <a:solidFill>
            <a:schemeClr val="tx1"/>
          </a:solidFill>
          <a:latin typeface="+mn-lt"/>
          <a:ea typeface="+mn-ea"/>
          <a:cs typeface="+mn-cs"/>
        </a:defRPr>
      </a:lvl8pPr>
      <a:lvl9pPr marL="5325018" algn="l" defTabSz="1331254" rtl="0" eaLnBrk="1" latinLnBrk="0" hangingPunct="1">
        <a:defRPr sz="262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17.xml"/></Relationships>
</file>

<file path=ppt/slides/_rels/slide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17.xml"/></Relationships>
</file>

<file path=ppt/slides/_rels/slide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DA5E-1A74-54AC-6299-2386191B9858}"/>
              </a:ext>
            </a:extLst>
          </p:cNvPr>
          <p:cNvSpPr>
            <a:spLocks noGrp="1"/>
          </p:cNvSpPr>
          <p:nvPr>
            <p:ph type="title"/>
          </p:nvPr>
        </p:nvSpPr>
        <p:spPr>
          <a:xfrm>
            <a:off x="9144001" y="6690161"/>
            <a:ext cx="5791199" cy="1327030"/>
          </a:xfrm>
        </p:spPr>
        <p:txBody>
          <a:bodyPr wrap="square" anchor="t"/>
          <a:lstStyle/>
          <a:p>
            <a:r>
              <a:rPr lang="en-US" b="1" dirty="0"/>
              <a:t>Sample Interactive Document Slides</a:t>
            </a:r>
          </a:p>
        </p:txBody>
      </p:sp>
    </p:spTree>
    <p:extLst>
      <p:ext uri="{BB962C8B-B14F-4D97-AF65-F5344CB8AC3E}">
        <p14:creationId xmlns:p14="http://schemas.microsoft.com/office/powerpoint/2010/main" val="2357596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DCDD0-8681-42C9-85FE-289F385AEAC6}"/>
              </a:ext>
            </a:extLst>
          </p:cNvPr>
          <p:cNvSpPr>
            <a:spLocks noGrp="1"/>
          </p:cNvSpPr>
          <p:nvPr>
            <p:ph type="title"/>
          </p:nvPr>
        </p:nvSpPr>
        <p:spPr>
          <a:xfrm>
            <a:off x="1289304" y="1397093"/>
            <a:ext cx="16209566" cy="717632"/>
          </a:xfrm>
        </p:spPr>
        <p:txBody>
          <a:bodyPr/>
          <a:lstStyle/>
          <a:p>
            <a:r>
              <a:rPr lang="en-US" dirty="0"/>
              <a:t>Base Salary (Local Currency) Values as a Percent of Total</a:t>
            </a:r>
          </a:p>
        </p:txBody>
      </p:sp>
      <p:sp>
        <p:nvSpPr>
          <p:cNvPr id="3" name="Text Placeholder 2">
            <a:extLst>
              <a:ext uri="{FF2B5EF4-FFF2-40B4-BE49-F238E27FC236}">
                <a16:creationId xmlns:a16="http://schemas.microsoft.com/office/drawing/2014/main" id="{582AB84A-82BA-4374-B445-374EC6634D51}"/>
              </a:ext>
            </a:extLst>
          </p:cNvPr>
          <p:cNvSpPr>
            <a:spLocks noGrp="1"/>
          </p:cNvSpPr>
          <p:nvPr>
            <p:ph type="body" sz="quarter" idx="13"/>
          </p:nvPr>
        </p:nvSpPr>
        <p:spPr>
          <a:xfrm>
            <a:off x="718476" y="2569983"/>
            <a:ext cx="5546856" cy="10142718"/>
          </a:xfrm>
        </p:spPr>
        <p:txBody>
          <a:bodyPr/>
          <a:lstStyle/>
          <a:p>
            <a:r>
              <a:rPr lang="en-US" dirty="0"/>
              <a:t>This chart illustrates total salary spend (Sum of annual salary for FTE employees; not full C&amp;B expense) by job family group</a:t>
            </a:r>
          </a:p>
          <a:p>
            <a:pPr lvl="1"/>
            <a:r>
              <a:rPr lang="en-US" dirty="0"/>
              <a:t>Customer Service and Tech constitute ~42% of all spend</a:t>
            </a:r>
          </a:p>
          <a:p>
            <a:pPr lvl="1"/>
            <a:r>
              <a:rPr lang="en-US" dirty="0"/>
              <a:t>The median Tech salary is about 3x the median CS salary</a:t>
            </a:r>
          </a:p>
          <a:p>
            <a:r>
              <a:rPr lang="en-US" dirty="0"/>
              <a:t>Tech salary spend as a share of total spend has grown by about 6% over the last 5 years</a:t>
            </a:r>
          </a:p>
        </p:txBody>
      </p:sp>
      <p:pic>
        <p:nvPicPr>
          <p:cNvPr id="10" name="Content Placeholder 9">
            <a:extLst>
              <a:ext uri="{FF2B5EF4-FFF2-40B4-BE49-F238E27FC236}">
                <a16:creationId xmlns:a16="http://schemas.microsoft.com/office/drawing/2014/main" id="{91BF7D35-A0A9-20DC-47D7-D36F84AFA67A}"/>
              </a:ext>
            </a:extLst>
          </p:cNvPr>
          <p:cNvPicPr>
            <a:picLocks noGrp="1" noChangeAspect="1"/>
          </p:cNvPicPr>
          <p:nvPr>
            <p:ph sz="quarter" idx="19"/>
          </p:nvPr>
        </p:nvPicPr>
        <p:blipFill>
          <a:blip r:embed="rId2"/>
          <a:stretch>
            <a:fillRect/>
          </a:stretch>
        </p:blipFill>
        <p:spPr>
          <a:xfrm>
            <a:off x="6641850" y="2934975"/>
            <a:ext cx="11054479" cy="8774332"/>
          </a:xfrm>
          <a:prstGeom prst="rect">
            <a:avLst/>
          </a:prstGeom>
        </p:spPr>
      </p:pic>
    </p:spTree>
    <p:extLst>
      <p:ext uri="{BB962C8B-B14F-4D97-AF65-F5344CB8AC3E}">
        <p14:creationId xmlns:p14="http://schemas.microsoft.com/office/powerpoint/2010/main" val="1307484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2D275-0FE8-749F-C124-39322C88A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7B1F2-0314-E4A5-6C50-F08DADF0B641}"/>
              </a:ext>
            </a:extLst>
          </p:cNvPr>
          <p:cNvSpPr>
            <a:spLocks noGrp="1"/>
          </p:cNvSpPr>
          <p:nvPr>
            <p:ph type="title"/>
          </p:nvPr>
        </p:nvSpPr>
        <p:spPr>
          <a:xfrm>
            <a:off x="1289304" y="1397093"/>
            <a:ext cx="9555501" cy="717632"/>
          </a:xfrm>
        </p:spPr>
        <p:txBody>
          <a:bodyPr/>
          <a:lstStyle/>
          <a:p>
            <a:r>
              <a:rPr lang="en-US" dirty="0"/>
              <a:t>Sexiest Man Alive Award Statistics</a:t>
            </a:r>
          </a:p>
        </p:txBody>
      </p:sp>
      <p:sp>
        <p:nvSpPr>
          <p:cNvPr id="3" name="Text Placeholder 2">
            <a:extLst>
              <a:ext uri="{FF2B5EF4-FFF2-40B4-BE49-F238E27FC236}">
                <a16:creationId xmlns:a16="http://schemas.microsoft.com/office/drawing/2014/main" id="{504A056A-BADB-2100-C1DD-58032DE40A57}"/>
              </a:ext>
            </a:extLst>
          </p:cNvPr>
          <p:cNvSpPr>
            <a:spLocks noGrp="1"/>
          </p:cNvSpPr>
          <p:nvPr>
            <p:ph type="body" sz="quarter" idx="13"/>
          </p:nvPr>
        </p:nvSpPr>
        <p:spPr>
          <a:xfrm>
            <a:off x="718476" y="2569983"/>
            <a:ext cx="6596724" cy="10142718"/>
          </a:xfrm>
        </p:spPr>
        <p:txBody>
          <a:bodyPr/>
          <a:lstStyle/>
          <a:p>
            <a:r>
              <a:rPr lang="en-US" dirty="0"/>
              <a:t>This chart lists the number of IMDB top films and age of 21</a:t>
            </a:r>
            <a:r>
              <a:rPr lang="en-US" baseline="30000" dirty="0"/>
              <a:t>st</a:t>
            </a:r>
            <a:r>
              <a:rPr lang="en-US" dirty="0"/>
              <a:t> century “Sexiest Man Alive” winners</a:t>
            </a:r>
          </a:p>
          <a:p>
            <a:pPr lvl="1"/>
            <a:r>
              <a:rPr lang="en-US" dirty="0"/>
              <a:t>The age range is fairly tightly clustered between 31 and 47</a:t>
            </a:r>
          </a:p>
          <a:p>
            <a:pPr lvl="1"/>
            <a:r>
              <a:rPr lang="en-US" dirty="0"/>
              <a:t>All winners of the award had at least one IMDB top film at the time of their win</a:t>
            </a:r>
          </a:p>
          <a:p>
            <a:r>
              <a:rPr lang="en-US" dirty="0"/>
              <a:t>Both the average age of “Sexiest Man” and “Sexiest Woman” winners are statistically 5-10 years higher than the average population-wide “Age at the time of first child” figures</a:t>
            </a:r>
          </a:p>
        </p:txBody>
      </p:sp>
      <p:pic>
        <p:nvPicPr>
          <p:cNvPr id="7" name="Content Placeholder 6">
            <a:extLst>
              <a:ext uri="{FF2B5EF4-FFF2-40B4-BE49-F238E27FC236}">
                <a16:creationId xmlns:a16="http://schemas.microsoft.com/office/drawing/2014/main" id="{119AA73C-2C15-3F58-77EE-FF911FC50455}"/>
              </a:ext>
            </a:extLst>
          </p:cNvPr>
          <p:cNvPicPr>
            <a:picLocks noGrp="1" noChangeAspect="1"/>
          </p:cNvPicPr>
          <p:nvPr>
            <p:ph sz="quarter" idx="19"/>
          </p:nvPr>
        </p:nvPicPr>
        <p:blipFill>
          <a:blip r:embed="rId2"/>
          <a:stretch>
            <a:fillRect/>
          </a:stretch>
        </p:blipFill>
        <p:spPr>
          <a:xfrm>
            <a:off x="8268719" y="3747248"/>
            <a:ext cx="9107532" cy="7113182"/>
          </a:xfrm>
          <a:prstGeom prst="rect">
            <a:avLst/>
          </a:prstGeom>
        </p:spPr>
      </p:pic>
    </p:spTree>
    <p:extLst>
      <p:ext uri="{BB962C8B-B14F-4D97-AF65-F5344CB8AC3E}">
        <p14:creationId xmlns:p14="http://schemas.microsoft.com/office/powerpoint/2010/main" val="104072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0AC5-DFBB-4744-AF7D-10C738F271EF}"/>
              </a:ext>
            </a:extLst>
          </p:cNvPr>
          <p:cNvSpPr>
            <a:spLocks noGrp="1"/>
          </p:cNvSpPr>
          <p:nvPr>
            <p:ph type="title"/>
          </p:nvPr>
        </p:nvSpPr>
        <p:spPr>
          <a:xfrm>
            <a:off x="1289304" y="1397093"/>
            <a:ext cx="5102359" cy="717632"/>
          </a:xfrm>
        </p:spPr>
        <p:txBody>
          <a:bodyPr/>
          <a:lstStyle/>
          <a:p>
            <a:r>
              <a:rPr lang="en-US" dirty="0"/>
              <a:t>Our Sales Pipeline</a:t>
            </a:r>
          </a:p>
        </p:txBody>
      </p:sp>
      <p:sp>
        <p:nvSpPr>
          <p:cNvPr id="3" name="Text Placeholder 2">
            <a:extLst>
              <a:ext uri="{FF2B5EF4-FFF2-40B4-BE49-F238E27FC236}">
                <a16:creationId xmlns:a16="http://schemas.microsoft.com/office/drawing/2014/main" id="{6ADC9AF1-E5C5-450A-B840-44E9A73ADBAC}"/>
              </a:ext>
            </a:extLst>
          </p:cNvPr>
          <p:cNvSpPr>
            <a:spLocks noGrp="1"/>
          </p:cNvSpPr>
          <p:nvPr>
            <p:ph type="body" sz="quarter" idx="13"/>
          </p:nvPr>
        </p:nvSpPr>
        <p:spPr/>
        <p:txBody>
          <a:bodyPr/>
          <a:lstStyle/>
          <a:p>
            <a:r>
              <a:rPr lang="en-US" dirty="0"/>
              <a:t>The current sales pipeline is skewed towards phase 3 (Presentation)</a:t>
            </a:r>
          </a:p>
          <a:p>
            <a:pPr lvl="1"/>
            <a:r>
              <a:rPr lang="en-US" dirty="0"/>
              <a:t>107 total opportunities</a:t>
            </a:r>
          </a:p>
          <a:p>
            <a:pPr lvl="1"/>
            <a:r>
              <a:rPr lang="en-US" dirty="0"/>
              <a:t>76 phase 3 opportunities</a:t>
            </a:r>
          </a:p>
          <a:p>
            <a:pPr lvl="1"/>
            <a:r>
              <a:rPr lang="en-US" dirty="0"/>
              <a:t>65% of estimated pipeline revenue is in stage 3</a:t>
            </a:r>
          </a:p>
          <a:p>
            <a:r>
              <a:rPr lang="en-US" dirty="0"/>
              <a:t>What are some strategies we can come up with to prioritize lead generation and opportunity qualification to re-up the top of the sales funnel?</a:t>
            </a:r>
          </a:p>
        </p:txBody>
      </p:sp>
      <p:pic>
        <p:nvPicPr>
          <p:cNvPr id="9" name="Content Placeholder 8">
            <a:extLst>
              <a:ext uri="{FF2B5EF4-FFF2-40B4-BE49-F238E27FC236}">
                <a16:creationId xmlns:a16="http://schemas.microsoft.com/office/drawing/2014/main" id="{2582190C-42FF-D37E-A92D-CC5223C83DF8}"/>
              </a:ext>
            </a:extLst>
          </p:cNvPr>
          <p:cNvPicPr>
            <a:picLocks noGrp="1" noChangeAspect="1"/>
          </p:cNvPicPr>
          <p:nvPr>
            <p:ph sz="quarter" idx="19"/>
          </p:nvPr>
        </p:nvPicPr>
        <p:blipFill>
          <a:blip r:embed="rId2"/>
          <a:stretch>
            <a:fillRect/>
          </a:stretch>
        </p:blipFill>
        <p:spPr>
          <a:xfrm>
            <a:off x="7056407" y="3425327"/>
            <a:ext cx="11439702" cy="6865346"/>
          </a:xfrm>
          <a:prstGeom prst="rect">
            <a:avLst/>
          </a:prstGeom>
        </p:spPr>
      </p:pic>
    </p:spTree>
    <p:extLst>
      <p:ext uri="{BB962C8B-B14F-4D97-AF65-F5344CB8AC3E}">
        <p14:creationId xmlns:p14="http://schemas.microsoft.com/office/powerpoint/2010/main" val="708300131"/>
      </p:ext>
    </p:extLst>
  </p:cSld>
  <p:clrMapOvr>
    <a:masterClrMapping/>
  </p:clrMapOvr>
</p:sld>
</file>

<file path=ppt/theme/theme1.xml><?xml version="1.0" encoding="utf-8"?>
<a:theme xmlns:a="http://schemas.openxmlformats.org/drawingml/2006/main" name="Contessa_Dev">
  <a:themeElements>
    <a:clrScheme name="Contessa D1">
      <a:dk1>
        <a:srgbClr val="000000"/>
      </a:dk1>
      <a:lt1>
        <a:sysClr val="window" lastClr="FFFFFF"/>
      </a:lt1>
      <a:dk2>
        <a:srgbClr val="F38C0C"/>
      </a:dk2>
      <a:lt2>
        <a:srgbClr val="B5C3E6"/>
      </a:lt2>
      <a:accent1>
        <a:srgbClr val="F15026"/>
      </a:accent1>
      <a:accent2>
        <a:srgbClr val="0B1228"/>
      </a:accent2>
      <a:accent3>
        <a:srgbClr val="FFB74E"/>
      </a:accent3>
      <a:accent4>
        <a:srgbClr val="489820"/>
      </a:accent4>
      <a:accent5>
        <a:srgbClr val="415D80"/>
      </a:accent5>
      <a:accent6>
        <a:srgbClr val="B72824"/>
      </a:accent6>
      <a:hlink>
        <a:srgbClr val="013B69"/>
      </a:hlink>
      <a:folHlink>
        <a:srgbClr val="7030A0"/>
      </a:folHlink>
    </a:clrScheme>
    <a:fontScheme name="CompArchive 2017">
      <a:majorFont>
        <a:latin typeface="Droid Sans Bold"/>
        <a:ea typeface=""/>
        <a:cs typeface=""/>
      </a:majorFont>
      <a:minorFont>
        <a:latin typeface="Droid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ontessaTemplate.potx" id="{3C73F1DF-F6B4-4DBA-8025-C655E489C69E}" vid="{6B5B446F-94C3-44DC-A819-64651455F103}"/>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contessaTemplate</Template>
  <TotalTime>114</TotalTime>
  <Words>229</Words>
  <Application>Microsoft Office PowerPoint</Application>
  <PresentationFormat>Custom</PresentationFormat>
  <Paragraphs>17</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Droid Sans</vt:lpstr>
      <vt:lpstr>Droid Sans Bold</vt:lpstr>
      <vt:lpstr>Helvetica Neue</vt:lpstr>
      <vt:lpstr>Poppins</vt:lpstr>
      <vt:lpstr>Verdana</vt:lpstr>
      <vt:lpstr>Contessa_Dev</vt:lpstr>
      <vt:lpstr>Sample Interactive Document Slides</vt:lpstr>
      <vt:lpstr>Base Salary (Local Currency) Values as a Percent of Total</vt:lpstr>
      <vt:lpstr>Sexiest Man Alive Award Statistics</vt:lpstr>
      <vt:lpstr>Our Sales Pipeline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 Salary (Local Currency) Values as a Percent of Total</dc:title>
  <dc:creator>Rylan Grady</dc:creator>
  <cp:lastModifiedBy>Rylan Grady</cp:lastModifiedBy>
  <cp:revision>6</cp:revision>
  <dcterms:created xsi:type="dcterms:W3CDTF">2022-01-30T23:35:01Z</dcterms:created>
  <dcterms:modified xsi:type="dcterms:W3CDTF">2026-02-21T20:00:01Z</dcterms:modified>
</cp:coreProperties>
</file>